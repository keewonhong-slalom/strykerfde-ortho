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4"/>
  </p:sldMasterIdLst>
  <p:notesMasterIdLst>
    <p:notesMasterId r:id="rId10"/>
  </p:notesMasterIdLst>
  <p:sldIdLst>
    <p:sldId id="257" r:id="rId5"/>
    <p:sldId id="258" r:id="rId6"/>
    <p:sldId id="262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charset="0"/>
        <a:ea typeface="MS PGothic" charset="0"/>
        <a:cs typeface="MS PGothic" charset="0"/>
      </a:defRPr>
    </a:lvl1pPr>
    <a:lvl2pPr marL="6095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charset="0"/>
        <a:ea typeface="MS PGothic" charset="0"/>
        <a:cs typeface="MS PGothic" charset="0"/>
      </a:defRPr>
    </a:lvl2pPr>
    <a:lvl3pPr marL="121917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charset="0"/>
        <a:ea typeface="MS PGothic" charset="0"/>
        <a:cs typeface="MS PGothic" charset="0"/>
      </a:defRPr>
    </a:lvl3pPr>
    <a:lvl4pPr marL="182875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charset="0"/>
        <a:ea typeface="MS PGothic" charset="0"/>
        <a:cs typeface="MS PGothic" charset="0"/>
      </a:defRPr>
    </a:lvl4pPr>
    <a:lvl5pPr marL="243833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charset="0"/>
        <a:ea typeface="MS PGothic" charset="0"/>
        <a:cs typeface="MS PGothic" charset="0"/>
      </a:defRPr>
    </a:lvl5pPr>
    <a:lvl6pPr marL="3047924" algn="l" defTabSz="609585" rtl="0" eaLnBrk="1" latinLnBrk="0" hangingPunct="1">
      <a:defRPr kern="1200">
        <a:solidFill>
          <a:schemeClr val="tx1"/>
        </a:solidFill>
        <a:latin typeface="Cambria" charset="0"/>
        <a:ea typeface="MS PGothic" charset="0"/>
        <a:cs typeface="MS PGothic" charset="0"/>
      </a:defRPr>
    </a:lvl6pPr>
    <a:lvl7pPr marL="3657509" algn="l" defTabSz="609585" rtl="0" eaLnBrk="1" latinLnBrk="0" hangingPunct="1">
      <a:defRPr kern="1200">
        <a:solidFill>
          <a:schemeClr val="tx1"/>
        </a:solidFill>
        <a:latin typeface="Cambria" charset="0"/>
        <a:ea typeface="MS PGothic" charset="0"/>
        <a:cs typeface="MS PGothic" charset="0"/>
      </a:defRPr>
    </a:lvl7pPr>
    <a:lvl8pPr marL="4267093" algn="l" defTabSz="609585" rtl="0" eaLnBrk="1" latinLnBrk="0" hangingPunct="1">
      <a:defRPr kern="1200">
        <a:solidFill>
          <a:schemeClr val="tx1"/>
        </a:solidFill>
        <a:latin typeface="Cambria" charset="0"/>
        <a:ea typeface="MS PGothic" charset="0"/>
        <a:cs typeface="MS PGothic" charset="0"/>
      </a:defRPr>
    </a:lvl8pPr>
    <a:lvl9pPr marL="4876678" algn="l" defTabSz="609585" rtl="0" eaLnBrk="1" latinLnBrk="0" hangingPunct="1">
      <a:defRPr kern="1200">
        <a:solidFill>
          <a:schemeClr val="tx1"/>
        </a:solidFill>
        <a:latin typeface="Cambria" charset="0"/>
        <a:ea typeface="MS PGothic" charset="0"/>
        <a:cs typeface="MS PGothic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7A71E7-B5AC-4FDA-8F75-CA68ADA15D69}" v="18" dt="2026-02-07T03:48:47.2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737"/>
  </p:normalViewPr>
  <p:slideViewPr>
    <p:cSldViewPr snapToGrid="0">
      <p:cViewPr>
        <p:scale>
          <a:sx n="100" d="100"/>
          <a:sy n="100" d="100"/>
        </p:scale>
        <p:origin x="76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rez, Dianet" userId="bc3e1307-27b9-4c95-9c55-413792ad48db" providerId="ADAL" clId="{02D9AC27-2C00-4207-A2C8-4B2F823EB26C}"/>
    <pc:docChg chg="undo redo custSel modSld">
      <pc:chgData name="Perez, Dianet" userId="bc3e1307-27b9-4c95-9c55-413792ad48db" providerId="ADAL" clId="{02D9AC27-2C00-4207-A2C8-4B2F823EB26C}" dt="2026-02-07T03:51:54.919" v="97" actId="1076"/>
      <pc:docMkLst>
        <pc:docMk/>
      </pc:docMkLst>
      <pc:sldChg chg="addSp delSp modSp mod">
        <pc:chgData name="Perez, Dianet" userId="bc3e1307-27b9-4c95-9c55-413792ad48db" providerId="ADAL" clId="{02D9AC27-2C00-4207-A2C8-4B2F823EB26C}" dt="2026-02-07T03:47:20.769" v="28" actId="1076"/>
        <pc:sldMkLst>
          <pc:docMk/>
          <pc:sldMk cId="3530030595" sldId="260"/>
        </pc:sldMkLst>
        <pc:spChg chg="add del">
          <ac:chgData name="Perez, Dianet" userId="bc3e1307-27b9-4c95-9c55-413792ad48db" providerId="ADAL" clId="{02D9AC27-2C00-4207-A2C8-4B2F823EB26C}" dt="2026-02-07T03:37:17.904" v="2" actId="478"/>
          <ac:spMkLst>
            <pc:docMk/>
            <pc:sldMk cId="3530030595" sldId="260"/>
            <ac:spMk id="3" creationId="{3B1CCBED-2649-9B40-867B-62D8CEBB21AC}"/>
          </ac:spMkLst>
        </pc:spChg>
        <pc:spChg chg="add del mod">
          <ac:chgData name="Perez, Dianet" userId="bc3e1307-27b9-4c95-9c55-413792ad48db" providerId="ADAL" clId="{02D9AC27-2C00-4207-A2C8-4B2F823EB26C}" dt="2026-02-07T03:43:35.186" v="10" actId="478"/>
          <ac:spMkLst>
            <pc:docMk/>
            <pc:sldMk cId="3530030595" sldId="260"/>
            <ac:spMk id="4" creationId="{91876B2D-340E-796B-0454-D00A9E59C776}"/>
          </ac:spMkLst>
        </pc:spChg>
        <pc:spChg chg="add mod">
          <ac:chgData name="Perez, Dianet" userId="bc3e1307-27b9-4c95-9c55-413792ad48db" providerId="ADAL" clId="{02D9AC27-2C00-4207-A2C8-4B2F823EB26C}" dt="2026-02-07T03:46:55.324" v="23" actId="1076"/>
          <ac:spMkLst>
            <pc:docMk/>
            <pc:sldMk cId="3530030595" sldId="260"/>
            <ac:spMk id="9" creationId="{A789E20E-BA85-E687-D62F-66501AD36C8C}"/>
          </ac:spMkLst>
        </pc:spChg>
        <pc:graphicFrameChg chg="del">
          <ac:chgData name="Perez, Dianet" userId="bc3e1307-27b9-4c95-9c55-413792ad48db" providerId="ADAL" clId="{02D9AC27-2C00-4207-A2C8-4B2F823EB26C}" dt="2026-02-07T03:37:04.103" v="0" actId="478"/>
          <ac:graphicFrameMkLst>
            <pc:docMk/>
            <pc:sldMk cId="3530030595" sldId="260"/>
            <ac:graphicFrameMk id="6" creationId="{864A71C4-52B4-AF2D-BD5F-0608568AF942}"/>
          </ac:graphicFrameMkLst>
        </pc:graphicFrameChg>
        <pc:graphicFrameChg chg="add del mod">
          <ac:chgData name="Perez, Dianet" userId="bc3e1307-27b9-4c95-9c55-413792ad48db" providerId="ADAL" clId="{02D9AC27-2C00-4207-A2C8-4B2F823EB26C}" dt="2026-02-07T03:43:32.903" v="9" actId="478"/>
          <ac:graphicFrameMkLst>
            <pc:docMk/>
            <pc:sldMk cId="3530030595" sldId="260"/>
            <ac:graphicFrameMk id="7" creationId="{03CF453B-048A-8659-CD70-4D0B489CC647}"/>
          </ac:graphicFrameMkLst>
        </pc:graphicFrameChg>
        <pc:graphicFrameChg chg="add del mod">
          <ac:chgData name="Perez, Dianet" userId="bc3e1307-27b9-4c95-9c55-413792ad48db" providerId="ADAL" clId="{02D9AC27-2C00-4207-A2C8-4B2F823EB26C}" dt="2026-02-07T03:46:12.407" v="15" actId="478"/>
          <ac:graphicFrameMkLst>
            <pc:docMk/>
            <pc:sldMk cId="3530030595" sldId="260"/>
            <ac:graphicFrameMk id="8" creationId="{155DEF5A-6E3F-5CA7-3FA1-D0B56FA869A0}"/>
          </ac:graphicFrameMkLst>
        </pc:graphicFrameChg>
        <pc:picChg chg="add mod">
          <ac:chgData name="Perez, Dianet" userId="bc3e1307-27b9-4c95-9c55-413792ad48db" providerId="ADAL" clId="{02D9AC27-2C00-4207-A2C8-4B2F823EB26C}" dt="2026-02-07T03:47:20.769" v="28" actId="1076"/>
          <ac:picMkLst>
            <pc:docMk/>
            <pc:sldMk cId="3530030595" sldId="260"/>
            <ac:picMk id="11" creationId="{EB4BB5B8-91C7-7E49-3415-6E9BD5267E41}"/>
          </ac:picMkLst>
        </pc:picChg>
      </pc:sldChg>
      <pc:sldChg chg="modSp mod">
        <pc:chgData name="Perez, Dianet" userId="bc3e1307-27b9-4c95-9c55-413792ad48db" providerId="ADAL" clId="{02D9AC27-2C00-4207-A2C8-4B2F823EB26C}" dt="2026-02-07T03:51:54.919" v="97" actId="1076"/>
        <pc:sldMkLst>
          <pc:docMk/>
          <pc:sldMk cId="1342757162" sldId="261"/>
        </pc:sldMkLst>
        <pc:graphicFrameChg chg="mod modGraphic">
          <ac:chgData name="Perez, Dianet" userId="bc3e1307-27b9-4c95-9c55-413792ad48db" providerId="ADAL" clId="{02D9AC27-2C00-4207-A2C8-4B2F823EB26C}" dt="2026-02-07T03:51:54.919" v="97" actId="1076"/>
          <ac:graphicFrameMkLst>
            <pc:docMk/>
            <pc:sldMk cId="1342757162" sldId="261"/>
            <ac:graphicFrameMk id="3" creationId="{0779F381-EF16-6D68-4C78-A437DE87E9FF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EDDE19-F915-4320-9197-E92610C5CD88}" type="doc">
      <dgm:prSet loTypeId="urn:microsoft.com/office/officeart/2005/8/layout/process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E0E2C4-99CC-45EB-ACCA-E320E7E28931}">
      <dgm:prSet phldrT="[Text]" phldr="0"/>
      <dgm:spPr/>
      <dgm:t>
        <a:bodyPr/>
        <a:lstStyle/>
        <a:p>
          <a:r>
            <a:rPr lang="en-US" dirty="0"/>
            <a:t>Sales Rep submit usage (for order)</a:t>
          </a:r>
        </a:p>
      </dgm:t>
    </dgm:pt>
    <dgm:pt modelId="{661A458C-B8FE-44D6-B26A-B4222B4D8C65}" type="parTrans" cxnId="{D3C117D3-B3D3-4FDB-BD35-F70BABB2A014}">
      <dgm:prSet/>
      <dgm:spPr/>
      <dgm:t>
        <a:bodyPr/>
        <a:lstStyle/>
        <a:p>
          <a:endParaRPr lang="en-US"/>
        </a:p>
      </dgm:t>
    </dgm:pt>
    <dgm:pt modelId="{F65C736A-AA10-4883-AA56-123EE262AEC8}" type="sibTrans" cxnId="{D3C117D3-B3D3-4FDB-BD35-F70BABB2A014}">
      <dgm:prSet/>
      <dgm:spPr/>
      <dgm:t>
        <a:bodyPr/>
        <a:lstStyle/>
        <a:p>
          <a:endParaRPr lang="en-US"/>
        </a:p>
      </dgm:t>
    </dgm:pt>
    <dgm:pt modelId="{2B8B4385-1FC6-4BF5-9D23-3F1E6EFB07A5}">
      <dgm:prSet phldrT="[Text]" phldr="0"/>
      <dgm:spPr/>
      <dgm:t>
        <a:bodyPr/>
        <a:lstStyle/>
        <a:p>
          <a:r>
            <a:rPr lang="en-US" dirty="0"/>
            <a:t>CSR processes orders</a:t>
          </a:r>
        </a:p>
      </dgm:t>
    </dgm:pt>
    <dgm:pt modelId="{EE45720C-DF96-49B3-97A1-CA8BDF8C0BEF}" type="parTrans" cxnId="{5C05EC50-B2C7-4812-9FED-40B73DDD2CD6}">
      <dgm:prSet/>
      <dgm:spPr/>
      <dgm:t>
        <a:bodyPr/>
        <a:lstStyle/>
        <a:p>
          <a:endParaRPr lang="en-US"/>
        </a:p>
      </dgm:t>
    </dgm:pt>
    <dgm:pt modelId="{640B6D26-7C85-49A9-9A34-49F61E534346}" type="sibTrans" cxnId="{5C05EC50-B2C7-4812-9FED-40B73DDD2CD6}">
      <dgm:prSet/>
      <dgm:spPr/>
      <dgm:t>
        <a:bodyPr/>
        <a:lstStyle/>
        <a:p>
          <a:endParaRPr lang="en-US"/>
        </a:p>
      </dgm:t>
    </dgm:pt>
    <dgm:pt modelId="{D66F4577-041A-479D-9235-DA7299747CFA}">
      <dgm:prSet/>
      <dgm:spPr/>
      <dgm:t>
        <a:bodyPr/>
        <a:lstStyle/>
        <a:p>
          <a:r>
            <a:rPr lang="en-US" dirty="0"/>
            <a:t>Hospital sends PO and Order can be closed</a:t>
          </a:r>
        </a:p>
      </dgm:t>
    </dgm:pt>
    <dgm:pt modelId="{8EDD8D94-84F7-4B85-A3CE-DF99B99A7CD8}" type="parTrans" cxnId="{7C48A800-2F88-40FD-A2DB-D462442142DE}">
      <dgm:prSet/>
      <dgm:spPr/>
      <dgm:t>
        <a:bodyPr/>
        <a:lstStyle/>
        <a:p>
          <a:endParaRPr lang="en-US"/>
        </a:p>
      </dgm:t>
    </dgm:pt>
    <dgm:pt modelId="{774B0AE5-0FDC-4535-B0B8-89725D7D06B2}" type="sibTrans" cxnId="{7C48A800-2F88-40FD-A2DB-D462442142DE}">
      <dgm:prSet/>
      <dgm:spPr/>
      <dgm:t>
        <a:bodyPr/>
        <a:lstStyle/>
        <a:p>
          <a:endParaRPr lang="en-US"/>
        </a:p>
      </dgm:t>
    </dgm:pt>
    <dgm:pt modelId="{32990A13-2E5A-475F-A1CE-FFA7C926D6A5}">
      <dgm:prSet phldrT="[Text]" phldr="0"/>
      <dgm:spPr/>
      <dgm:t>
        <a:bodyPr/>
        <a:lstStyle/>
        <a:p>
          <a:r>
            <a:rPr lang="en-US" dirty="0"/>
            <a:t>Surgery takes place</a:t>
          </a:r>
        </a:p>
      </dgm:t>
    </dgm:pt>
    <dgm:pt modelId="{CF40851A-A2DA-4B83-A6E4-5DAC561F0F86}" type="parTrans" cxnId="{2B54AE5C-E871-497C-8C24-15C45320470B}">
      <dgm:prSet/>
      <dgm:spPr/>
      <dgm:t>
        <a:bodyPr/>
        <a:lstStyle/>
        <a:p>
          <a:endParaRPr lang="en-US"/>
        </a:p>
      </dgm:t>
    </dgm:pt>
    <dgm:pt modelId="{16BCC40D-A995-43E5-9D88-EFAA44BDFC9E}" type="sibTrans" cxnId="{2B54AE5C-E871-497C-8C24-15C45320470B}">
      <dgm:prSet/>
      <dgm:spPr/>
      <dgm:t>
        <a:bodyPr/>
        <a:lstStyle/>
        <a:p>
          <a:endParaRPr lang="en-US"/>
        </a:p>
      </dgm:t>
    </dgm:pt>
    <dgm:pt modelId="{B29C98FD-372B-4D3A-A986-16AC6F9178EE}" type="pres">
      <dgm:prSet presAssocID="{1FEDDE19-F915-4320-9197-E92610C5CD88}" presName="Name0" presStyleCnt="0">
        <dgm:presLayoutVars>
          <dgm:dir/>
          <dgm:resizeHandles val="exact"/>
        </dgm:presLayoutVars>
      </dgm:prSet>
      <dgm:spPr/>
    </dgm:pt>
    <dgm:pt modelId="{032A1F13-5B26-4232-91EC-4F8C87699857}" type="pres">
      <dgm:prSet presAssocID="{32990A13-2E5A-475F-A1CE-FFA7C926D6A5}" presName="node" presStyleLbl="node1" presStyleIdx="0" presStyleCnt="4">
        <dgm:presLayoutVars>
          <dgm:bulletEnabled val="1"/>
        </dgm:presLayoutVars>
      </dgm:prSet>
      <dgm:spPr/>
    </dgm:pt>
    <dgm:pt modelId="{56371E7E-14B9-4A1B-964A-9D5D44EB7803}" type="pres">
      <dgm:prSet presAssocID="{16BCC40D-A995-43E5-9D88-EFAA44BDFC9E}" presName="sibTrans" presStyleLbl="sibTrans2D1" presStyleIdx="0" presStyleCnt="3"/>
      <dgm:spPr/>
    </dgm:pt>
    <dgm:pt modelId="{DDFEC408-92B6-41DA-8E25-D647BC3823F8}" type="pres">
      <dgm:prSet presAssocID="{16BCC40D-A995-43E5-9D88-EFAA44BDFC9E}" presName="connectorText" presStyleLbl="sibTrans2D1" presStyleIdx="0" presStyleCnt="3"/>
      <dgm:spPr/>
    </dgm:pt>
    <dgm:pt modelId="{4AF8C1F6-A350-45EB-B877-4F815C00C402}" type="pres">
      <dgm:prSet presAssocID="{3DE0E2C4-99CC-45EB-ACCA-E320E7E28931}" presName="node" presStyleLbl="node1" presStyleIdx="1" presStyleCnt="4">
        <dgm:presLayoutVars>
          <dgm:bulletEnabled val="1"/>
        </dgm:presLayoutVars>
      </dgm:prSet>
      <dgm:spPr/>
    </dgm:pt>
    <dgm:pt modelId="{A4785A64-2306-420E-A990-705DED988B75}" type="pres">
      <dgm:prSet presAssocID="{F65C736A-AA10-4883-AA56-123EE262AEC8}" presName="sibTrans" presStyleLbl="sibTrans2D1" presStyleIdx="1" presStyleCnt="3"/>
      <dgm:spPr/>
    </dgm:pt>
    <dgm:pt modelId="{4BEC315D-9FBF-42CD-9D8F-31C3C684277B}" type="pres">
      <dgm:prSet presAssocID="{F65C736A-AA10-4883-AA56-123EE262AEC8}" presName="connectorText" presStyleLbl="sibTrans2D1" presStyleIdx="1" presStyleCnt="3"/>
      <dgm:spPr/>
    </dgm:pt>
    <dgm:pt modelId="{E5EB2B63-A3EC-4229-90E1-4598735F97C9}" type="pres">
      <dgm:prSet presAssocID="{2B8B4385-1FC6-4BF5-9D23-3F1E6EFB07A5}" presName="node" presStyleLbl="node1" presStyleIdx="2" presStyleCnt="4">
        <dgm:presLayoutVars>
          <dgm:bulletEnabled val="1"/>
        </dgm:presLayoutVars>
      </dgm:prSet>
      <dgm:spPr/>
    </dgm:pt>
    <dgm:pt modelId="{4127FB84-4894-4A78-8BFB-DE98EC346197}" type="pres">
      <dgm:prSet presAssocID="{640B6D26-7C85-49A9-9A34-49F61E534346}" presName="sibTrans" presStyleLbl="sibTrans2D1" presStyleIdx="2" presStyleCnt="3"/>
      <dgm:spPr/>
    </dgm:pt>
    <dgm:pt modelId="{875CAEE5-AEB5-4AB2-8DEB-6D47E669EB57}" type="pres">
      <dgm:prSet presAssocID="{640B6D26-7C85-49A9-9A34-49F61E534346}" presName="connectorText" presStyleLbl="sibTrans2D1" presStyleIdx="2" presStyleCnt="3"/>
      <dgm:spPr/>
    </dgm:pt>
    <dgm:pt modelId="{47DA2628-95EA-424F-AFF5-06474D59CB3F}" type="pres">
      <dgm:prSet presAssocID="{D66F4577-041A-479D-9235-DA7299747CFA}" presName="node" presStyleLbl="node1" presStyleIdx="3" presStyleCnt="4">
        <dgm:presLayoutVars>
          <dgm:bulletEnabled val="1"/>
        </dgm:presLayoutVars>
      </dgm:prSet>
      <dgm:spPr/>
    </dgm:pt>
  </dgm:ptLst>
  <dgm:cxnLst>
    <dgm:cxn modelId="{7C48A800-2F88-40FD-A2DB-D462442142DE}" srcId="{1FEDDE19-F915-4320-9197-E92610C5CD88}" destId="{D66F4577-041A-479D-9235-DA7299747CFA}" srcOrd="3" destOrd="0" parTransId="{8EDD8D94-84F7-4B85-A3CE-DF99B99A7CD8}" sibTransId="{774B0AE5-0FDC-4535-B0B8-89725D7D06B2}"/>
    <dgm:cxn modelId="{CEC78103-F392-42E8-8416-8641FEA1E747}" type="presOf" srcId="{640B6D26-7C85-49A9-9A34-49F61E534346}" destId="{875CAEE5-AEB5-4AB2-8DEB-6D47E669EB57}" srcOrd="1" destOrd="0" presId="urn:microsoft.com/office/officeart/2005/8/layout/process1"/>
    <dgm:cxn modelId="{639F2F04-5A11-4675-BFD9-ADFAF59EA4E4}" type="presOf" srcId="{640B6D26-7C85-49A9-9A34-49F61E534346}" destId="{4127FB84-4894-4A78-8BFB-DE98EC346197}" srcOrd="0" destOrd="0" presId="urn:microsoft.com/office/officeart/2005/8/layout/process1"/>
    <dgm:cxn modelId="{A774AE40-BE66-4EB8-83FE-91C0DC8B577D}" type="presOf" srcId="{D66F4577-041A-479D-9235-DA7299747CFA}" destId="{47DA2628-95EA-424F-AFF5-06474D59CB3F}" srcOrd="0" destOrd="0" presId="urn:microsoft.com/office/officeart/2005/8/layout/process1"/>
    <dgm:cxn modelId="{2B54AE5C-E871-497C-8C24-15C45320470B}" srcId="{1FEDDE19-F915-4320-9197-E92610C5CD88}" destId="{32990A13-2E5A-475F-A1CE-FFA7C926D6A5}" srcOrd="0" destOrd="0" parTransId="{CF40851A-A2DA-4B83-A6E4-5DAC561F0F86}" sibTransId="{16BCC40D-A995-43E5-9D88-EFAA44BDFC9E}"/>
    <dgm:cxn modelId="{9D0DCD64-27B0-470A-A430-99951735D13C}" type="presOf" srcId="{F65C736A-AA10-4883-AA56-123EE262AEC8}" destId="{4BEC315D-9FBF-42CD-9D8F-31C3C684277B}" srcOrd="1" destOrd="0" presId="urn:microsoft.com/office/officeart/2005/8/layout/process1"/>
    <dgm:cxn modelId="{2D893645-71E4-4973-8326-722824551DE1}" type="presOf" srcId="{3DE0E2C4-99CC-45EB-ACCA-E320E7E28931}" destId="{4AF8C1F6-A350-45EB-B877-4F815C00C402}" srcOrd="0" destOrd="0" presId="urn:microsoft.com/office/officeart/2005/8/layout/process1"/>
    <dgm:cxn modelId="{0CE65F4C-73FD-4E2A-B90B-8775655EE495}" type="presOf" srcId="{32990A13-2E5A-475F-A1CE-FFA7C926D6A5}" destId="{032A1F13-5B26-4232-91EC-4F8C87699857}" srcOrd="0" destOrd="0" presId="urn:microsoft.com/office/officeart/2005/8/layout/process1"/>
    <dgm:cxn modelId="{5C05EC50-B2C7-4812-9FED-40B73DDD2CD6}" srcId="{1FEDDE19-F915-4320-9197-E92610C5CD88}" destId="{2B8B4385-1FC6-4BF5-9D23-3F1E6EFB07A5}" srcOrd="2" destOrd="0" parTransId="{EE45720C-DF96-49B3-97A1-CA8BDF8C0BEF}" sibTransId="{640B6D26-7C85-49A9-9A34-49F61E534346}"/>
    <dgm:cxn modelId="{0C203E8C-302C-4764-A35F-4D89F405B1A2}" type="presOf" srcId="{1FEDDE19-F915-4320-9197-E92610C5CD88}" destId="{B29C98FD-372B-4D3A-A986-16AC6F9178EE}" srcOrd="0" destOrd="0" presId="urn:microsoft.com/office/officeart/2005/8/layout/process1"/>
    <dgm:cxn modelId="{B1ECD28E-0907-4815-83B8-E959B02E332B}" type="presOf" srcId="{16BCC40D-A995-43E5-9D88-EFAA44BDFC9E}" destId="{56371E7E-14B9-4A1B-964A-9D5D44EB7803}" srcOrd="0" destOrd="0" presId="urn:microsoft.com/office/officeart/2005/8/layout/process1"/>
    <dgm:cxn modelId="{86E3DBAE-6308-4A7F-AF0A-9B81658D9140}" type="presOf" srcId="{F65C736A-AA10-4883-AA56-123EE262AEC8}" destId="{A4785A64-2306-420E-A990-705DED988B75}" srcOrd="0" destOrd="0" presId="urn:microsoft.com/office/officeart/2005/8/layout/process1"/>
    <dgm:cxn modelId="{D3C117D3-B3D3-4FDB-BD35-F70BABB2A014}" srcId="{1FEDDE19-F915-4320-9197-E92610C5CD88}" destId="{3DE0E2C4-99CC-45EB-ACCA-E320E7E28931}" srcOrd="1" destOrd="0" parTransId="{661A458C-B8FE-44D6-B26A-B4222B4D8C65}" sibTransId="{F65C736A-AA10-4883-AA56-123EE262AEC8}"/>
    <dgm:cxn modelId="{67395CD8-F782-4ABB-B8DD-19EB9C4CABEA}" type="presOf" srcId="{2B8B4385-1FC6-4BF5-9D23-3F1E6EFB07A5}" destId="{E5EB2B63-A3EC-4229-90E1-4598735F97C9}" srcOrd="0" destOrd="0" presId="urn:microsoft.com/office/officeart/2005/8/layout/process1"/>
    <dgm:cxn modelId="{8D8F51E6-8413-4028-8411-644B4D870D19}" type="presOf" srcId="{16BCC40D-A995-43E5-9D88-EFAA44BDFC9E}" destId="{DDFEC408-92B6-41DA-8E25-D647BC3823F8}" srcOrd="1" destOrd="0" presId="urn:microsoft.com/office/officeart/2005/8/layout/process1"/>
    <dgm:cxn modelId="{F5A72763-8998-47EA-8D55-43C06BD712E7}" type="presParOf" srcId="{B29C98FD-372B-4D3A-A986-16AC6F9178EE}" destId="{032A1F13-5B26-4232-91EC-4F8C87699857}" srcOrd="0" destOrd="0" presId="urn:microsoft.com/office/officeart/2005/8/layout/process1"/>
    <dgm:cxn modelId="{DC202C52-5176-4BB4-9171-97C8D3190483}" type="presParOf" srcId="{B29C98FD-372B-4D3A-A986-16AC6F9178EE}" destId="{56371E7E-14B9-4A1B-964A-9D5D44EB7803}" srcOrd="1" destOrd="0" presId="urn:microsoft.com/office/officeart/2005/8/layout/process1"/>
    <dgm:cxn modelId="{4304D66D-D1C1-4F7B-BDB1-BDC0CFBE1AAF}" type="presParOf" srcId="{56371E7E-14B9-4A1B-964A-9D5D44EB7803}" destId="{DDFEC408-92B6-41DA-8E25-D647BC3823F8}" srcOrd="0" destOrd="0" presId="urn:microsoft.com/office/officeart/2005/8/layout/process1"/>
    <dgm:cxn modelId="{EC533BAA-682D-4B6C-A312-2C4CADE88BAB}" type="presParOf" srcId="{B29C98FD-372B-4D3A-A986-16AC6F9178EE}" destId="{4AF8C1F6-A350-45EB-B877-4F815C00C402}" srcOrd="2" destOrd="0" presId="urn:microsoft.com/office/officeart/2005/8/layout/process1"/>
    <dgm:cxn modelId="{6017D8F0-EFE6-4116-9F72-2CE6795C8EA9}" type="presParOf" srcId="{B29C98FD-372B-4D3A-A986-16AC6F9178EE}" destId="{A4785A64-2306-420E-A990-705DED988B75}" srcOrd="3" destOrd="0" presId="urn:microsoft.com/office/officeart/2005/8/layout/process1"/>
    <dgm:cxn modelId="{461060DB-F0B9-4A70-8E04-2B76D93093C4}" type="presParOf" srcId="{A4785A64-2306-420E-A990-705DED988B75}" destId="{4BEC315D-9FBF-42CD-9D8F-31C3C684277B}" srcOrd="0" destOrd="0" presId="urn:microsoft.com/office/officeart/2005/8/layout/process1"/>
    <dgm:cxn modelId="{F3C87203-EF23-4F50-9C8C-45206991CCBC}" type="presParOf" srcId="{B29C98FD-372B-4D3A-A986-16AC6F9178EE}" destId="{E5EB2B63-A3EC-4229-90E1-4598735F97C9}" srcOrd="4" destOrd="0" presId="urn:microsoft.com/office/officeart/2005/8/layout/process1"/>
    <dgm:cxn modelId="{16959205-FAA5-40D9-AB92-D57AAEFA71B0}" type="presParOf" srcId="{B29C98FD-372B-4D3A-A986-16AC6F9178EE}" destId="{4127FB84-4894-4A78-8BFB-DE98EC346197}" srcOrd="5" destOrd="0" presId="urn:microsoft.com/office/officeart/2005/8/layout/process1"/>
    <dgm:cxn modelId="{CCA4633C-919D-412B-A61B-58C8FF32B25B}" type="presParOf" srcId="{4127FB84-4894-4A78-8BFB-DE98EC346197}" destId="{875CAEE5-AEB5-4AB2-8DEB-6D47E669EB57}" srcOrd="0" destOrd="0" presId="urn:microsoft.com/office/officeart/2005/8/layout/process1"/>
    <dgm:cxn modelId="{3283D7EC-9C26-44D7-B9DB-83FCAB4E0536}" type="presParOf" srcId="{B29C98FD-372B-4D3A-A986-16AC6F9178EE}" destId="{47DA2628-95EA-424F-AFF5-06474D59CB3F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A1F13-5B26-4232-91EC-4F8C87699857}">
      <dsp:nvSpPr>
        <dsp:cNvPr id="0" name=""/>
        <dsp:cNvSpPr/>
      </dsp:nvSpPr>
      <dsp:spPr>
        <a:xfrm>
          <a:off x="4223" y="615999"/>
          <a:ext cx="1846795" cy="11080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Surgery takes place</a:t>
          </a:r>
        </a:p>
      </dsp:txBody>
      <dsp:txXfrm>
        <a:off x="36677" y="648453"/>
        <a:ext cx="1781887" cy="1043169"/>
      </dsp:txXfrm>
    </dsp:sp>
    <dsp:sp modelId="{56371E7E-14B9-4A1B-964A-9D5D44EB7803}">
      <dsp:nvSpPr>
        <dsp:cNvPr id="0" name=""/>
        <dsp:cNvSpPr/>
      </dsp:nvSpPr>
      <dsp:spPr>
        <a:xfrm>
          <a:off x="2035698" y="941035"/>
          <a:ext cx="391520" cy="4580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035698" y="1032636"/>
        <a:ext cx="274064" cy="274803"/>
      </dsp:txXfrm>
    </dsp:sp>
    <dsp:sp modelId="{4AF8C1F6-A350-45EB-B877-4F815C00C402}">
      <dsp:nvSpPr>
        <dsp:cNvPr id="0" name=""/>
        <dsp:cNvSpPr/>
      </dsp:nvSpPr>
      <dsp:spPr>
        <a:xfrm>
          <a:off x="2589736" y="615999"/>
          <a:ext cx="1846795" cy="11080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Sales Rep submit usage (for order)</a:t>
          </a:r>
        </a:p>
      </dsp:txBody>
      <dsp:txXfrm>
        <a:off x="2622190" y="648453"/>
        <a:ext cx="1781887" cy="1043169"/>
      </dsp:txXfrm>
    </dsp:sp>
    <dsp:sp modelId="{A4785A64-2306-420E-A990-705DED988B75}">
      <dsp:nvSpPr>
        <dsp:cNvPr id="0" name=""/>
        <dsp:cNvSpPr/>
      </dsp:nvSpPr>
      <dsp:spPr>
        <a:xfrm>
          <a:off x="4621211" y="941035"/>
          <a:ext cx="391520" cy="4580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4621211" y="1032636"/>
        <a:ext cx="274064" cy="274803"/>
      </dsp:txXfrm>
    </dsp:sp>
    <dsp:sp modelId="{E5EB2B63-A3EC-4229-90E1-4598735F97C9}">
      <dsp:nvSpPr>
        <dsp:cNvPr id="0" name=""/>
        <dsp:cNvSpPr/>
      </dsp:nvSpPr>
      <dsp:spPr>
        <a:xfrm>
          <a:off x="5175250" y="615999"/>
          <a:ext cx="1846795" cy="11080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CSR processes orders</a:t>
          </a:r>
        </a:p>
      </dsp:txBody>
      <dsp:txXfrm>
        <a:off x="5207704" y="648453"/>
        <a:ext cx="1781887" cy="1043169"/>
      </dsp:txXfrm>
    </dsp:sp>
    <dsp:sp modelId="{4127FB84-4894-4A78-8BFB-DE98EC346197}">
      <dsp:nvSpPr>
        <dsp:cNvPr id="0" name=""/>
        <dsp:cNvSpPr/>
      </dsp:nvSpPr>
      <dsp:spPr>
        <a:xfrm>
          <a:off x="7206724" y="941035"/>
          <a:ext cx="391520" cy="4580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7206724" y="1032636"/>
        <a:ext cx="274064" cy="274803"/>
      </dsp:txXfrm>
    </dsp:sp>
    <dsp:sp modelId="{47DA2628-95EA-424F-AFF5-06474D59CB3F}">
      <dsp:nvSpPr>
        <dsp:cNvPr id="0" name=""/>
        <dsp:cNvSpPr/>
      </dsp:nvSpPr>
      <dsp:spPr>
        <a:xfrm>
          <a:off x="7760763" y="615999"/>
          <a:ext cx="1846795" cy="11080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Hospital sends PO and Order can be closed</a:t>
          </a:r>
        </a:p>
      </dsp:txBody>
      <dsp:txXfrm>
        <a:off x="7793217" y="648453"/>
        <a:ext cx="1781887" cy="10431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E09BA-5BA5-4569-9330-4F5EBF41787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6F7AE-ADCD-42DA-8876-750E3B981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6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6F7AE-ADCD-42DA-8876-750E3B981D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93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E66D35-0242-8875-FF5C-B3797F9D90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98892" y="1665171"/>
            <a:ext cx="11064754" cy="412337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27000">
              <a:schemeClr val="tx1">
                <a:alpha val="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raphic 7">
            <a:extLst>
              <a:ext uri="{FF2B5EF4-FFF2-40B4-BE49-F238E27FC236}">
                <a16:creationId xmlns:a16="http://schemas.microsoft.com/office/drawing/2014/main" id="{37432147-278B-4221-7C2B-0165AC523B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>
            <a:off x="-1" y="2209911"/>
            <a:ext cx="8361607" cy="2070411"/>
          </a:xfrm>
          <a:custGeom>
            <a:avLst/>
            <a:gdLst>
              <a:gd name="connsiteX0" fmla="*/ 0 w 2975351"/>
              <a:gd name="connsiteY0" fmla="*/ 0 h 540374"/>
              <a:gd name="connsiteX1" fmla="*/ 2975351 w 2975351"/>
              <a:gd name="connsiteY1" fmla="*/ 0 h 540374"/>
              <a:gd name="connsiteX2" fmla="*/ 2975351 w 2975351"/>
              <a:gd name="connsiteY2" fmla="*/ 540374 h 540374"/>
              <a:gd name="connsiteX3" fmla="*/ 0 w 2975351"/>
              <a:gd name="connsiteY3" fmla="*/ 540374 h 540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5351" h="540374">
                <a:moveTo>
                  <a:pt x="0" y="0"/>
                </a:moveTo>
                <a:lnTo>
                  <a:pt x="2975351" y="0"/>
                </a:lnTo>
                <a:lnTo>
                  <a:pt x="2975351" y="540374"/>
                </a:lnTo>
                <a:lnTo>
                  <a:pt x="0" y="540374"/>
                </a:lnTo>
                <a:close/>
              </a:path>
            </a:pathLst>
          </a:custGeom>
          <a:gradFill>
            <a:gsLst>
              <a:gs pos="0">
                <a:srgbClr val="FFB500"/>
              </a:gs>
              <a:gs pos="33000">
                <a:srgbClr val="FCB200"/>
              </a:gs>
              <a:gs pos="53000">
                <a:srgbClr val="F4AB00"/>
              </a:gs>
              <a:gs pos="69000">
                <a:srgbClr val="E59E01"/>
              </a:gs>
              <a:gs pos="83000">
                <a:srgbClr val="D18C02"/>
              </a:gs>
              <a:gs pos="96000">
                <a:srgbClr val="B77403"/>
              </a:gs>
              <a:gs pos="100000">
                <a:srgbClr val="AF6D04"/>
              </a:gs>
            </a:gsLst>
            <a:lin ang="0" scaled="1"/>
          </a:gradFill>
          <a:ln w="21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1140B-D38A-C112-7497-632A6FE32A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63084" y="4280319"/>
            <a:ext cx="7398522" cy="1048808"/>
          </a:xfrm>
          <a:prstGeom prst="rect">
            <a:avLst/>
          </a:prstGeom>
          <a:solidFill>
            <a:srgbClr val="4C7D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i="0" dirty="0">
              <a:solidFill>
                <a:schemeClr val="bg1"/>
              </a:solidFill>
              <a:latin typeface="Cambria" panose="02040503050406030204" pitchFamily="18" charset="0"/>
              <a:cs typeface="HumstSlab712 BT" charset="0"/>
            </a:endParaRP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D1E16AB-425D-667E-8B0A-059BBC3309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60981" y="4479308"/>
            <a:ext cx="6449483" cy="72754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Futura For Stryker" panose="020B0604020202020204" pitchFamily="34" charset="0"/>
              <a:buNone/>
              <a:tabLst/>
              <a:defRPr sz="2800">
                <a:solidFill>
                  <a:schemeClr val="bg1"/>
                </a:solidFill>
                <a:latin typeface="URWEgyptienneTOTLig" pitchFamily="82" charset="0"/>
                <a:ea typeface="URWEgyptienneTOTLig" pitchFamily="82" charset="0"/>
                <a:cs typeface="URWEgyptienneTOTLig" pitchFamily="8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D5CF4AA0-44EF-55BC-B867-5ACB5F85A4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9188450" y="6122504"/>
            <a:ext cx="2275196" cy="186431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1400">
                <a:latin typeface="HumstSlab712 BT" panose="02040603040506030204" pitchFamily="18" charset="0"/>
                <a:cs typeface="HumstSlab712 BT" panose="02040603040506030204" pitchFamily="18" charset="0"/>
              </a:defRPr>
            </a:lvl1pPr>
          </a:lstStyle>
          <a:p>
            <a:fld id="{A2728B4B-5F6A-43DE-9BAD-01A206A1FC90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B139701-E55F-1AB8-EEAC-D6A727263B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1560981" y="2254417"/>
            <a:ext cx="6449483" cy="1087046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6000" b="0" i="0">
                <a:solidFill>
                  <a:schemeClr val="tx1"/>
                </a:solidFill>
                <a:latin typeface="URWEgyptienneTOTLig" pitchFamily="82" charset="0"/>
                <a:ea typeface="URWEgyptienneTOTLig" pitchFamily="82" charset="0"/>
                <a:cs typeface="URWEgyptienneTOTLig" pitchFamily="8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40C2F5CC-DF37-623F-BDEE-62A1B783ED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560981" y="3356804"/>
            <a:ext cx="6449483" cy="87672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defRPr sz="5800">
                <a:solidFill>
                  <a:schemeClr val="bg1"/>
                </a:solidFill>
                <a:latin typeface="Futura For Stryker" charset="0"/>
                <a:ea typeface="Futura For Stryker" charset="0"/>
                <a:cs typeface="Futura For Stryker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6B874B-BC28-BF63-C111-D618BBCE018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76560" y="358987"/>
            <a:ext cx="1219200" cy="30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02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 descr="stryker_title_slide2.jpg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Placeholder 4"/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963168" y="4114800"/>
            <a:ext cx="6453632" cy="1734312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Futura For Stryker" panose="020B0604020202020204" pitchFamily="34" charset="0"/>
              <a:buNone/>
              <a:tabLst/>
              <a:defRPr sz="2800" b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76560" y="358987"/>
            <a:ext cx="1219200" cy="308773"/>
          </a:xfrm>
          <a:prstGeom prst="rect">
            <a:avLst/>
          </a:prstGeom>
        </p:spPr>
      </p:pic>
      <p:sp>
        <p:nvSpPr>
          <p:cNvPr id="10" name="Text Placeholder 4"/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963084" y="767388"/>
            <a:ext cx="6449483" cy="2070411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6000" b="0" i="0">
                <a:solidFill>
                  <a:schemeClr val="tx1"/>
                </a:solidFill>
                <a:latin typeface="URWEgyptienneTOTLig" pitchFamily="82" charset="0"/>
                <a:ea typeface="URWEgyptienneTOTLig" pitchFamily="82" charset="0"/>
                <a:cs typeface="URWEgyptienneTOTLig" pitchFamily="8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Text Placeholder 13"/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963084" y="2853140"/>
            <a:ext cx="6449483" cy="87672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defRPr sz="5800">
                <a:solidFill>
                  <a:schemeClr val="bg1"/>
                </a:solidFill>
                <a:latin typeface="Futura For Stryker" charset="0"/>
                <a:ea typeface="Futura For Stryker" charset="0"/>
                <a:cs typeface="Futura For Stryker" charset="0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78D422D-048D-A62C-4031-629A842501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9188450" y="6122504"/>
            <a:ext cx="2275196" cy="186431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1400">
                <a:latin typeface="HumstSlab712 BT" panose="02040603040506030204" pitchFamily="18" charset="0"/>
                <a:cs typeface="HumstSlab712 BT" panose="02040603040506030204" pitchFamily="18" charset="0"/>
              </a:defRPr>
            </a:lvl1pPr>
          </a:lstStyle>
          <a:p>
            <a:fld id="{A2728B4B-5F6A-43DE-9BAD-01A206A1FC90}" type="datetimeFigureOut">
              <a:rPr lang="en-US" smtClean="0"/>
              <a:t>2/6/2026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12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title or content highlight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90">
            <a:extLst>
              <a:ext uri="{FF2B5EF4-FFF2-40B4-BE49-F238E27FC236}">
                <a16:creationId xmlns:a16="http://schemas.microsoft.com/office/drawing/2014/main" id="{7094E003-FEF7-06AC-7C2E-0DB8162458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2997201"/>
            <a:ext cx="7488034" cy="3143250"/>
          </a:xfrm>
          <a:custGeom>
            <a:avLst/>
            <a:gdLst>
              <a:gd name="connsiteX0" fmla="*/ 0 w 9144000"/>
              <a:gd name="connsiteY0" fmla="*/ 0 h 1411054"/>
              <a:gd name="connsiteX1" fmla="*/ 9144000 w 9144000"/>
              <a:gd name="connsiteY1" fmla="*/ 0 h 1411054"/>
              <a:gd name="connsiteX2" fmla="*/ 9144000 w 9144000"/>
              <a:gd name="connsiteY2" fmla="*/ 1411054 h 1411054"/>
              <a:gd name="connsiteX3" fmla="*/ 0 w 9144000"/>
              <a:gd name="connsiteY3" fmla="*/ 1411054 h 1411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0" h="1411054">
                <a:moveTo>
                  <a:pt x="0" y="0"/>
                </a:moveTo>
                <a:lnTo>
                  <a:pt x="9144000" y="0"/>
                </a:lnTo>
                <a:lnTo>
                  <a:pt x="9144000" y="1411054"/>
                </a:lnTo>
                <a:lnTo>
                  <a:pt x="0" y="1411054"/>
                </a:lnTo>
                <a:close/>
              </a:path>
            </a:pathLst>
          </a:custGeom>
          <a:gradFill>
            <a:gsLst>
              <a:gs pos="0">
                <a:srgbClr val="594B61"/>
              </a:gs>
              <a:gs pos="50000">
                <a:srgbClr val="56515C"/>
              </a:gs>
              <a:gs pos="100000">
                <a:srgbClr val="545857"/>
              </a:gs>
            </a:gsLst>
            <a:lin ang="0" scaled="1"/>
          </a:gradFill>
          <a:ln w="92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E854BB-67AA-9F45-77BE-B9E4FF70C6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37067" cy="6858000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>
              <a:solidFill>
                <a:schemeClr val="tx1"/>
              </a:solidFill>
              <a:latin typeface="HumstSlab712 BT" panose="02040603040506030204" pitchFamily="18" charset="0"/>
              <a:cs typeface="HumstSlab712 BT" charset="0"/>
            </a:endParaRPr>
          </a:p>
        </p:txBody>
      </p:sp>
      <p:pic>
        <p:nvPicPr>
          <p:cNvPr id="5" name="glow">
            <a:extLst>
              <a:ext uri="{FF2B5EF4-FFF2-40B4-BE49-F238E27FC236}">
                <a16:creationId xmlns:a16="http://schemas.microsoft.com/office/drawing/2014/main" id="{EC4A3A4E-D1D6-6717-C2CD-BF13BF590F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0" t="20697" b="16528"/>
          <a:stretch/>
        </p:blipFill>
        <p:spPr>
          <a:xfrm>
            <a:off x="0" y="680096"/>
            <a:ext cx="12192000" cy="605978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7747216" y="3243263"/>
            <a:ext cx="3348445" cy="2062480"/>
          </a:xfrm>
          <a:prstGeom prst="rect">
            <a:avLst/>
          </a:prstGeom>
        </p:spPr>
        <p:txBody>
          <a:bodyPr lIns="0" tIns="182880" anchor="b" anchorCtr="0">
            <a:norm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3600">
                <a:solidFill>
                  <a:schemeClr val="accent6"/>
                </a:solidFill>
                <a:latin typeface="URWEgyptienneTOTLig" pitchFamily="82" charset="0"/>
                <a:ea typeface="URWEgyptienneTOTLig" pitchFamily="82" charset="0"/>
                <a:cs typeface="URWEgyptienneTOTLig" pitchFamily="82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text</a:t>
            </a:r>
          </a:p>
        </p:txBody>
      </p:sp>
      <p:sp>
        <p:nvSpPr>
          <p:cNvPr id="9" name="Text Placeholder 2"/>
          <p:cNvSpPr>
            <a:spLocks noGrp="1" noRot="1" noMove="1" noResize="1" noEditPoints="1" noAdjustHandles="1" noChangeArrowheads="1" noChangeShapeType="1"/>
          </p:cNvSpPr>
          <p:nvPr>
            <p:ph type="body" idx="13" hasCustomPrompt="1"/>
          </p:nvPr>
        </p:nvSpPr>
        <p:spPr>
          <a:xfrm>
            <a:off x="7747217" y="5797856"/>
            <a:ext cx="3697071" cy="467360"/>
          </a:xfrm>
          <a:prstGeom prst="rect">
            <a:avLst/>
          </a:prstGeom>
        </p:spPr>
        <p:txBody>
          <a:bodyPr lIns="0" anchor="t" anchorCtr="0">
            <a:normAutofit/>
          </a:bodyPr>
          <a:lstStyle>
            <a:lvl1pPr marL="0" indent="0" algn="l">
              <a:lnSpc>
                <a:spcPts val="2533"/>
              </a:lnSpc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HumstSlab712 BT" panose="02040603040506030204" pitchFamily="18" charset="0"/>
                <a:cs typeface="HumstSlab712 BT" panose="02040603040506030204" pitchFamily="18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8" name="Text Placeholder 7"/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1003045" y="3243263"/>
            <a:ext cx="5994833" cy="2152475"/>
          </a:xfrm>
          <a:prstGeom prst="rect">
            <a:avLst/>
          </a:prstGeom>
        </p:spPr>
        <p:txBody>
          <a:bodyPr lIns="0" rIns="0" anchor="b" anchorCtr="0">
            <a:normAutofit/>
          </a:bodyPr>
          <a:lstStyle>
            <a:lvl1pPr marL="0" indent="0" algn="r">
              <a:buFontTx/>
              <a:buNone/>
              <a:defRPr sz="5400" b="0" i="0">
                <a:solidFill>
                  <a:schemeClr val="bg2"/>
                </a:solidFill>
                <a:latin typeface="Futura For Stryker" panose="020B0802020204020204" pitchFamily="34" charset="0"/>
                <a:ea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F0FB3A-D5C0-994B-FFB3-24AC5DFA477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76560" y="358987"/>
            <a:ext cx="1219200" cy="30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080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title or content highlight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ED3DE71-E4BE-2883-6474-CA938C3CF8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55320" y="1665171"/>
            <a:ext cx="10881359" cy="31367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27000">
              <a:schemeClr val="tx1">
                <a:alpha val="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umstSlab712 BT" panose="02040603040506030204" pitchFamily="18" charset="0"/>
            </a:endParaRP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3BA90B6A-829F-7BD1-6F6E-1118255F80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55320" y="4801877"/>
            <a:ext cx="8805816" cy="1051407"/>
          </a:xfrm>
          <a:custGeom>
            <a:avLst/>
            <a:gdLst>
              <a:gd name="connsiteX0" fmla="*/ 0 w 2975351"/>
              <a:gd name="connsiteY0" fmla="*/ 0 h 540374"/>
              <a:gd name="connsiteX1" fmla="*/ 2975351 w 2975351"/>
              <a:gd name="connsiteY1" fmla="*/ 0 h 540374"/>
              <a:gd name="connsiteX2" fmla="*/ 2975351 w 2975351"/>
              <a:gd name="connsiteY2" fmla="*/ 540374 h 540374"/>
              <a:gd name="connsiteX3" fmla="*/ 0 w 2975351"/>
              <a:gd name="connsiteY3" fmla="*/ 540374 h 540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5351" h="540374">
                <a:moveTo>
                  <a:pt x="0" y="0"/>
                </a:moveTo>
                <a:lnTo>
                  <a:pt x="2975351" y="0"/>
                </a:lnTo>
                <a:lnTo>
                  <a:pt x="2975351" y="540374"/>
                </a:lnTo>
                <a:lnTo>
                  <a:pt x="0" y="540374"/>
                </a:lnTo>
                <a:close/>
              </a:path>
            </a:pathLst>
          </a:custGeom>
          <a:gradFill>
            <a:gsLst>
              <a:gs pos="0">
                <a:srgbClr val="FFB500"/>
              </a:gs>
              <a:gs pos="33000">
                <a:srgbClr val="FCB200"/>
              </a:gs>
              <a:gs pos="53000">
                <a:srgbClr val="F4AB00"/>
              </a:gs>
              <a:gs pos="69000">
                <a:srgbClr val="E59E01"/>
              </a:gs>
              <a:gs pos="83000">
                <a:srgbClr val="D18C02"/>
              </a:gs>
              <a:gs pos="96000">
                <a:srgbClr val="B77403"/>
              </a:gs>
              <a:gs pos="100000">
                <a:srgbClr val="AF6D04"/>
              </a:gs>
            </a:gsLst>
            <a:lin ang="0" scaled="1"/>
          </a:gradFill>
          <a:ln w="21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1040290" y="2193464"/>
            <a:ext cx="8047829" cy="2342437"/>
          </a:xfrm>
          <a:prstGeom prst="rect">
            <a:avLst/>
          </a:prstGeom>
        </p:spPr>
        <p:txBody>
          <a:bodyPr wrap="square" lIns="0" anchor="b" anchorCtr="0">
            <a:normAutofit/>
          </a:bodyPr>
          <a:lstStyle>
            <a:lvl1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Futura For Stryker" panose="020B0604020202020204" pitchFamily="34" charset="0"/>
              <a:buNone/>
              <a:tabLst/>
              <a:defRPr sz="7200" b="0" i="0">
                <a:solidFill>
                  <a:schemeClr val="tx1"/>
                </a:solidFill>
                <a:latin typeface="URWEgyptienneTOTLig" pitchFamily="82" charset="0"/>
                <a:ea typeface="URWEgyptienneTOTLig" pitchFamily="82" charset="0"/>
                <a:cs typeface="URWEgyptienneTOTLig" pitchFamily="8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0557C8-017F-0651-5808-3EDC0C20E9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55320" y="4535903"/>
            <a:ext cx="10881359" cy="265974"/>
          </a:xfrm>
          <a:prstGeom prst="rect">
            <a:avLst/>
          </a:prstGeom>
          <a:solidFill>
            <a:srgbClr val="1C568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HumstSlab712 BT" panose="02040603040506030204" pitchFamily="18" charset="0"/>
              <a:cs typeface="HumstSlab712 BT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381EE3-32CB-A665-65D7-B8B0358EEE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76560" y="358987"/>
            <a:ext cx="1219200" cy="308773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A3B261-CC61-DDBE-5E85-67C501F34B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40290" y="4963808"/>
            <a:ext cx="7095538" cy="72754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Futura For Stryker" panose="020B0604020202020204" pitchFamily="34" charset="0"/>
              <a:buNone/>
              <a:tabLst/>
              <a:defRPr sz="2800">
                <a:solidFill>
                  <a:schemeClr val="bg1"/>
                </a:solidFill>
                <a:latin typeface="Futura For Stryker" panose="020B0802020204020204" pitchFamily="34" charset="0"/>
                <a:ea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388149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Title or Content Highlight - Section title or content highlight_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"/>
          <a:stretch>
            <a:fillRect/>
          </a:stretch>
        </p:blipFill>
        <p:spPr>
          <a:xfrm>
            <a:off x="0" y="0"/>
            <a:ext cx="11795760" cy="6858000"/>
          </a:xfrm>
          <a:prstGeom prst="rect">
            <a:avLst/>
          </a:prstGeom>
        </p:spPr>
      </p:pic>
      <p:sp>
        <p:nvSpPr>
          <p:cNvPr id="15" name="Text Placeholder 7"/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1981740" y="2632792"/>
            <a:ext cx="3634316" cy="3048000"/>
          </a:xfrm>
          <a:prstGeom prst="rect">
            <a:avLst/>
          </a:prstGeom>
        </p:spPr>
        <p:txBody>
          <a:bodyPr rIns="0" anchor="b" anchorCtr="0">
            <a:normAutofit/>
          </a:bodyPr>
          <a:lstStyle>
            <a:lvl1pPr algn="r">
              <a:buFontTx/>
              <a:buNone/>
              <a:defRPr sz="5400" b="0" i="0">
                <a:solidFill>
                  <a:schemeClr val="bg1"/>
                </a:solidFill>
                <a:latin typeface="URWEgyptienneTOTLig" pitchFamily="82" charset="0"/>
                <a:ea typeface="URWEgyptienneTOTLig" pitchFamily="82" charset="0"/>
                <a:cs typeface="URWEgyptienneTOTLig" pitchFamily="82" charset="0"/>
              </a:defRPr>
            </a:lvl1pPr>
            <a:lvl2pPr marL="304792" indent="0" algn="r">
              <a:buFontTx/>
              <a:buNone/>
              <a:defRPr/>
            </a:lvl2pPr>
            <a:lvl3pPr marL="609585" indent="0" algn="r">
              <a:buFontTx/>
              <a:buNone/>
              <a:defRPr/>
            </a:lvl3pPr>
            <a:lvl4pPr marL="914377" indent="0" algn="r">
              <a:buFontTx/>
              <a:buNone/>
              <a:defRPr/>
            </a:lvl4pPr>
            <a:lvl5pPr marL="1219170" indent="0" algn="r">
              <a:buFontTx/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pic>
        <p:nvPicPr>
          <p:cNvPr id="14" name="Picture 13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76560" y="358987"/>
            <a:ext cx="1219200" cy="308773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043E217-223D-BDD1-425D-485D94F7CA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6197687" y="3535016"/>
            <a:ext cx="4185600" cy="2062480"/>
          </a:xfrm>
          <a:prstGeom prst="rect">
            <a:avLst/>
          </a:prstGeom>
        </p:spPr>
        <p:txBody>
          <a:bodyPr lIns="0" tIns="182880" anchor="b" anchorCtr="0">
            <a:norm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3600">
                <a:solidFill>
                  <a:schemeClr val="tx1"/>
                </a:solidFill>
                <a:latin typeface="Futura For Stryker" charset="0"/>
                <a:ea typeface="Futura For Stryker" charset="0"/>
                <a:cs typeface="Futura For Stryker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4A1F850-F12C-4099-8658-9A1DAF14E8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3" hasCustomPrompt="1"/>
          </p:nvPr>
        </p:nvSpPr>
        <p:spPr>
          <a:xfrm>
            <a:off x="6197687" y="5954312"/>
            <a:ext cx="4185600" cy="467360"/>
          </a:xfrm>
          <a:prstGeom prst="rect">
            <a:avLst/>
          </a:prstGeom>
        </p:spPr>
        <p:txBody>
          <a:bodyPr lIns="0" anchor="t" anchorCtr="0">
            <a:normAutofit/>
          </a:bodyPr>
          <a:lstStyle>
            <a:lvl1pPr marL="0" indent="0" algn="l">
              <a:lnSpc>
                <a:spcPts val="2533"/>
              </a:lnSpc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HumstSlab712 BT" panose="02040603040506030204" pitchFamily="18" charset="0"/>
                <a:cs typeface="HumstSlab712 BT" panose="02040603040506030204" pitchFamily="18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751141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title or content highlight_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69511-7849-5A88-2582-4BCAFED6CA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76560" y="358987"/>
            <a:ext cx="1219200" cy="308773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52893" y="842128"/>
            <a:ext cx="8229600" cy="2114075"/>
          </a:xfrm>
          <a:prstGeom prst="rect">
            <a:avLst/>
          </a:prstGeom>
        </p:spPr>
        <p:txBody>
          <a:bodyPr wrap="square" lIns="0" anchor="b" anchorCtr="0">
            <a:normAutofit/>
          </a:bodyPr>
          <a:lstStyle>
            <a:lvl1pPr algn="l">
              <a:spcAft>
                <a:spcPts val="0"/>
              </a:spcAft>
              <a:defRPr sz="7200" b="0" i="0">
                <a:solidFill>
                  <a:schemeClr val="tx1"/>
                </a:solidFill>
                <a:latin typeface="URWEgyptienneTOTLig" pitchFamily="82" charset="0"/>
                <a:ea typeface="URWEgyptienneTOTLig" pitchFamily="82" charset="0"/>
                <a:cs typeface="URWEgyptienneTOTLig" pitchFamily="8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52893" y="3246122"/>
            <a:ext cx="8229600" cy="1752599"/>
          </a:xfrm>
          <a:prstGeom prst="rect">
            <a:avLst/>
          </a:prstGeom>
        </p:spPr>
        <p:txBody>
          <a:bodyPr wrap="square" lIns="0">
            <a:normAutofit/>
          </a:bodyPr>
          <a:lstStyle>
            <a:lvl1pPr algn="l">
              <a:defRPr sz="3600">
                <a:solidFill>
                  <a:schemeClr val="bg2"/>
                </a:solidFill>
                <a:latin typeface="Futura For Stryker" charset="0"/>
                <a:ea typeface="Futura For Stryker" charset="0"/>
                <a:cs typeface="Futura For Stryker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052558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5E9D4B4-3543-D1DD-BF64-696773F5AA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29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50EA39F-6495-854E-512B-055BDB021B4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1819063"/>
            <a:ext cx="11122756" cy="4427221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0211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 list_dim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E200DD1-471F-E8D3-F1FC-E4505C630F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65761" y="1647716"/>
            <a:ext cx="11563513" cy="47207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27000">
              <a:schemeClr val="tx1">
                <a:alpha val="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F0A66A-90E3-4426-9CC5-0A2F5F1767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29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F53463B-2666-5F4A-963D-1BCE630901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1819063"/>
            <a:ext cx="11122756" cy="4427221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402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 list_corner gol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7">
            <a:extLst>
              <a:ext uri="{FF2B5EF4-FFF2-40B4-BE49-F238E27FC236}">
                <a16:creationId xmlns:a16="http://schemas.microsoft.com/office/drawing/2014/main" id="{5FAED172-FDF1-969E-7771-6EFAB20F7D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>
            <a:off x="-92898" y="582427"/>
            <a:ext cx="582037" cy="396241"/>
          </a:xfrm>
          <a:custGeom>
            <a:avLst/>
            <a:gdLst>
              <a:gd name="connsiteX0" fmla="*/ 0 w 2975351"/>
              <a:gd name="connsiteY0" fmla="*/ 0 h 540374"/>
              <a:gd name="connsiteX1" fmla="*/ 2975351 w 2975351"/>
              <a:gd name="connsiteY1" fmla="*/ 0 h 540374"/>
              <a:gd name="connsiteX2" fmla="*/ 2975351 w 2975351"/>
              <a:gd name="connsiteY2" fmla="*/ 540374 h 540374"/>
              <a:gd name="connsiteX3" fmla="*/ 0 w 2975351"/>
              <a:gd name="connsiteY3" fmla="*/ 540374 h 540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5351" h="540374">
                <a:moveTo>
                  <a:pt x="0" y="0"/>
                </a:moveTo>
                <a:lnTo>
                  <a:pt x="2975351" y="0"/>
                </a:lnTo>
                <a:lnTo>
                  <a:pt x="2975351" y="540374"/>
                </a:lnTo>
                <a:lnTo>
                  <a:pt x="0" y="540374"/>
                </a:lnTo>
                <a:close/>
              </a:path>
            </a:pathLst>
          </a:custGeom>
          <a:gradFill>
            <a:gsLst>
              <a:gs pos="0">
                <a:srgbClr val="FFB500"/>
              </a:gs>
              <a:gs pos="33000">
                <a:srgbClr val="FCB200"/>
              </a:gs>
              <a:gs pos="53000">
                <a:srgbClr val="F4AB00"/>
              </a:gs>
              <a:gs pos="69000">
                <a:srgbClr val="E59E01"/>
              </a:gs>
              <a:gs pos="83000">
                <a:srgbClr val="D18C02"/>
              </a:gs>
              <a:gs pos="96000">
                <a:srgbClr val="B77403"/>
              </a:gs>
              <a:gs pos="100000">
                <a:srgbClr val="AF6D04"/>
              </a:gs>
            </a:gsLst>
            <a:lin ang="0" scaled="1"/>
          </a:gradFill>
          <a:ln w="21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A1012C-8724-9860-B1E9-17D6F41762F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29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09F798-EFF9-E6C9-D8BD-BC6DB16E96D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1819063"/>
            <a:ext cx="11122756" cy="4427221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1245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 list_left gol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7">
            <a:extLst>
              <a:ext uri="{FF2B5EF4-FFF2-40B4-BE49-F238E27FC236}">
                <a16:creationId xmlns:a16="http://schemas.microsoft.com/office/drawing/2014/main" id="{5FAED172-FDF1-969E-7771-6EFAB20F7D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5400000">
            <a:off x="-3298952" y="3298955"/>
            <a:ext cx="6858000" cy="260096"/>
          </a:xfrm>
          <a:custGeom>
            <a:avLst/>
            <a:gdLst>
              <a:gd name="connsiteX0" fmla="*/ 0 w 2975351"/>
              <a:gd name="connsiteY0" fmla="*/ 0 h 540374"/>
              <a:gd name="connsiteX1" fmla="*/ 2975351 w 2975351"/>
              <a:gd name="connsiteY1" fmla="*/ 0 h 540374"/>
              <a:gd name="connsiteX2" fmla="*/ 2975351 w 2975351"/>
              <a:gd name="connsiteY2" fmla="*/ 540374 h 540374"/>
              <a:gd name="connsiteX3" fmla="*/ 0 w 2975351"/>
              <a:gd name="connsiteY3" fmla="*/ 540374 h 540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5351" h="540374">
                <a:moveTo>
                  <a:pt x="0" y="0"/>
                </a:moveTo>
                <a:lnTo>
                  <a:pt x="2975351" y="0"/>
                </a:lnTo>
                <a:lnTo>
                  <a:pt x="2975351" y="540374"/>
                </a:lnTo>
                <a:lnTo>
                  <a:pt x="0" y="540374"/>
                </a:lnTo>
                <a:close/>
              </a:path>
            </a:pathLst>
          </a:custGeom>
          <a:gradFill>
            <a:gsLst>
              <a:gs pos="0">
                <a:srgbClr val="FFB500"/>
              </a:gs>
              <a:gs pos="33000">
                <a:srgbClr val="FCB200"/>
              </a:gs>
              <a:gs pos="53000">
                <a:srgbClr val="F4AB00"/>
              </a:gs>
              <a:gs pos="69000">
                <a:srgbClr val="E59E01"/>
              </a:gs>
              <a:gs pos="83000">
                <a:srgbClr val="D18C02"/>
              </a:gs>
              <a:gs pos="96000">
                <a:srgbClr val="B77403"/>
              </a:gs>
              <a:gs pos="100000">
                <a:srgbClr val="AF6D04"/>
              </a:gs>
            </a:gsLst>
            <a:lin ang="0" scaled="1"/>
          </a:gradFill>
          <a:ln w="21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590098-33E5-F4EE-B283-DCCED2404B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29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27720B-6380-1D77-0AF2-902406C0DFA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1819063"/>
            <a:ext cx="11122756" cy="4427221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6482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 list_bottom gol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7">
            <a:extLst>
              <a:ext uri="{FF2B5EF4-FFF2-40B4-BE49-F238E27FC236}">
                <a16:creationId xmlns:a16="http://schemas.microsoft.com/office/drawing/2014/main" id="{5FAED172-FDF1-969E-7771-6EFAB20F7DB5}"/>
              </a:ext>
            </a:extLst>
          </p:cNvPr>
          <p:cNvSpPr>
            <a:spLocks/>
          </p:cNvSpPr>
          <p:nvPr userDrawn="1"/>
        </p:nvSpPr>
        <p:spPr>
          <a:xfrm>
            <a:off x="0" y="6378980"/>
            <a:ext cx="12192000" cy="489529"/>
          </a:xfrm>
          <a:custGeom>
            <a:avLst/>
            <a:gdLst>
              <a:gd name="connsiteX0" fmla="*/ 0 w 2975351"/>
              <a:gd name="connsiteY0" fmla="*/ 0 h 540374"/>
              <a:gd name="connsiteX1" fmla="*/ 2975351 w 2975351"/>
              <a:gd name="connsiteY1" fmla="*/ 0 h 540374"/>
              <a:gd name="connsiteX2" fmla="*/ 2975351 w 2975351"/>
              <a:gd name="connsiteY2" fmla="*/ 540374 h 540374"/>
              <a:gd name="connsiteX3" fmla="*/ 0 w 2975351"/>
              <a:gd name="connsiteY3" fmla="*/ 540374 h 540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5351" h="540374">
                <a:moveTo>
                  <a:pt x="0" y="0"/>
                </a:moveTo>
                <a:lnTo>
                  <a:pt x="2975351" y="0"/>
                </a:lnTo>
                <a:lnTo>
                  <a:pt x="2975351" y="540374"/>
                </a:lnTo>
                <a:lnTo>
                  <a:pt x="0" y="540374"/>
                </a:lnTo>
                <a:close/>
              </a:path>
            </a:pathLst>
          </a:custGeom>
          <a:gradFill>
            <a:gsLst>
              <a:gs pos="0">
                <a:srgbClr val="FFB500"/>
              </a:gs>
              <a:gs pos="33000">
                <a:srgbClr val="FCB200"/>
              </a:gs>
              <a:gs pos="53000">
                <a:srgbClr val="F4AB00"/>
              </a:gs>
              <a:gs pos="69000">
                <a:srgbClr val="E59E01"/>
              </a:gs>
              <a:gs pos="83000">
                <a:srgbClr val="D18C02"/>
              </a:gs>
              <a:gs pos="96000">
                <a:srgbClr val="B77403"/>
              </a:gs>
              <a:gs pos="100000">
                <a:srgbClr val="AF6D04"/>
              </a:gs>
            </a:gsLst>
            <a:lin ang="0" scaled="1"/>
          </a:gradFill>
          <a:ln w="21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74E645D-6452-4E70-D9A2-BD383941DC9D}"/>
              </a:ext>
            </a:extLst>
          </p:cNvPr>
          <p:cNvSpPr txBox="1">
            <a:spLocks/>
          </p:cNvSpPr>
          <p:nvPr userDrawn="1"/>
        </p:nvSpPr>
        <p:spPr>
          <a:xfrm>
            <a:off x="11417354" y="6570304"/>
            <a:ext cx="304797" cy="18466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2"/>
                </a:solidFill>
                <a:latin typeface="HumstSlab712 BT"/>
                <a:ea typeface="MS PGothic" charset="0"/>
                <a:cs typeface="HumstSlab712 BT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9pPr>
          </a:lstStyle>
          <a:p>
            <a:pPr algn="r"/>
            <a:fld id="{210D6F30-3479-EB47-B616-273BCC2A68D5}" type="slidenum">
              <a:rPr lang="en-US" sz="1200" smtClean="0"/>
              <a:pPr algn="r"/>
              <a:t>‹#›</a:t>
            </a:fld>
            <a:endParaRPr lang="en-US" sz="1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E265180-D9E3-4062-D079-23A270D0B1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29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F9225F-3FFB-76B7-D2D7-9675B40D8C2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1819063"/>
            <a:ext cx="11122756" cy="4427221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6367B93-3CF6-DC9B-C0F7-A1059D47ED6F}"/>
              </a:ext>
            </a:extLst>
          </p:cNvPr>
          <p:cNvSpPr txBox="1">
            <a:spLocks/>
          </p:cNvSpPr>
          <p:nvPr/>
        </p:nvSpPr>
        <p:spPr>
          <a:xfrm>
            <a:off x="5634567" y="6584405"/>
            <a:ext cx="5892800" cy="146304"/>
          </a:xfrm>
          <a:prstGeom prst="rect">
            <a:avLst/>
          </a:prstGeom>
        </p:spPr>
        <p:txBody>
          <a:bodyPr vert="horz" anchor="ctr"/>
          <a:lstStyle>
            <a:lvl1pPr marL="0" indent="0" algn="r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None/>
              <a:defRPr sz="900" kern="1200">
                <a:solidFill>
                  <a:schemeClr val="tx1"/>
                </a:solidFill>
                <a:latin typeface="URWEgyptienneTOTLig"/>
                <a:ea typeface="MS PGothic" pitchFamily="34" charset="-128"/>
                <a:cs typeface="URWEgyptienneTOTLig"/>
              </a:defRPr>
            </a:lvl1pPr>
            <a:lvl2pPr marL="4572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6858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9144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1430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Cambria" charset="0"/>
              <a:buChar char="̶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1371600" indent="-228600" algn="l" defTabSz="9144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1200"/>
              </a:spcAft>
              <a:buFont typeface="Futura For Stryker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1200"/>
              </a:spcAft>
              <a:buFont typeface="Cambria" panose="02040503050406030204" pitchFamily="18" charset="0"/>
              <a:buChar char="̶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Futura For Stryker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Futura For Stryker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HumstSlab712 BT" panose="02040603040506030204" pitchFamily="18" charset="0"/>
                <a:cs typeface="HumstSlab712 BT"/>
              </a:rPr>
              <a:t>Edit presentation title (PPT desktop app &gt; View &gt; Slide Master)</a:t>
            </a:r>
          </a:p>
        </p:txBody>
      </p:sp>
    </p:spTree>
    <p:extLst>
      <p:ext uri="{BB962C8B-B14F-4D97-AF65-F5344CB8AC3E}">
        <p14:creationId xmlns:p14="http://schemas.microsoft.com/office/powerpoint/2010/main" val="3690544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 list_right gold gradient and layered dim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7">
            <a:extLst>
              <a:ext uri="{FF2B5EF4-FFF2-40B4-BE49-F238E27FC236}">
                <a16:creationId xmlns:a16="http://schemas.microsoft.com/office/drawing/2014/main" id="{5FAED172-FDF1-969E-7771-6EFAB20F7D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5400000">
            <a:off x="7779515" y="2445512"/>
            <a:ext cx="6857997" cy="1966979"/>
          </a:xfrm>
          <a:custGeom>
            <a:avLst/>
            <a:gdLst>
              <a:gd name="connsiteX0" fmla="*/ 0 w 2975351"/>
              <a:gd name="connsiteY0" fmla="*/ 0 h 540374"/>
              <a:gd name="connsiteX1" fmla="*/ 2975351 w 2975351"/>
              <a:gd name="connsiteY1" fmla="*/ 0 h 540374"/>
              <a:gd name="connsiteX2" fmla="*/ 2975351 w 2975351"/>
              <a:gd name="connsiteY2" fmla="*/ 540374 h 540374"/>
              <a:gd name="connsiteX3" fmla="*/ 0 w 2975351"/>
              <a:gd name="connsiteY3" fmla="*/ 540374 h 540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5351" h="540374">
                <a:moveTo>
                  <a:pt x="0" y="0"/>
                </a:moveTo>
                <a:lnTo>
                  <a:pt x="2975351" y="0"/>
                </a:lnTo>
                <a:lnTo>
                  <a:pt x="2975351" y="540374"/>
                </a:lnTo>
                <a:lnTo>
                  <a:pt x="0" y="540374"/>
                </a:lnTo>
                <a:close/>
              </a:path>
            </a:pathLst>
          </a:custGeom>
          <a:gradFill>
            <a:gsLst>
              <a:gs pos="0">
                <a:srgbClr val="FFB500"/>
              </a:gs>
              <a:gs pos="33000">
                <a:srgbClr val="FCB200"/>
              </a:gs>
              <a:gs pos="53000">
                <a:srgbClr val="F4AB00"/>
              </a:gs>
              <a:gs pos="69000">
                <a:srgbClr val="E59E01"/>
              </a:gs>
              <a:gs pos="83000">
                <a:srgbClr val="D18C02"/>
              </a:gs>
              <a:gs pos="96000">
                <a:srgbClr val="B77403"/>
              </a:gs>
              <a:gs pos="100000">
                <a:srgbClr val="AF6D04"/>
              </a:gs>
            </a:gsLst>
            <a:lin ang="0" scaled="1"/>
          </a:gradFill>
          <a:ln w="21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D9ED8D-4FB1-0880-5A79-D095A93F59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761" y="1706881"/>
            <a:ext cx="11563513" cy="466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27000">
              <a:schemeClr val="tx1">
                <a:alpha val="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1BD9DA-DD46-9368-E4AA-C1127C4073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76560" y="358987"/>
            <a:ext cx="1219200" cy="30877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2AD15C6-255B-CC4B-FF5D-8AC181AC942B}"/>
              </a:ext>
            </a:extLst>
          </p:cNvPr>
          <p:cNvSpPr/>
          <p:nvPr/>
        </p:nvSpPr>
        <p:spPr>
          <a:xfrm>
            <a:off x="0" y="6488672"/>
            <a:ext cx="10225024" cy="3693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EF02B63-5DCB-EA4B-BA00-916D557DEA83}"/>
              </a:ext>
            </a:extLst>
          </p:cNvPr>
          <p:cNvSpPr txBox="1">
            <a:spLocks/>
          </p:cNvSpPr>
          <p:nvPr/>
        </p:nvSpPr>
        <p:spPr>
          <a:xfrm>
            <a:off x="3893312" y="6584405"/>
            <a:ext cx="5892800" cy="146304"/>
          </a:xfrm>
          <a:prstGeom prst="rect">
            <a:avLst/>
          </a:prstGeom>
        </p:spPr>
        <p:txBody>
          <a:bodyPr vert="horz" anchor="ctr"/>
          <a:lstStyle>
            <a:lvl1pPr marL="0" indent="0" algn="r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None/>
              <a:defRPr sz="900" kern="1200">
                <a:solidFill>
                  <a:schemeClr val="tx1"/>
                </a:solidFill>
                <a:latin typeface="URWEgyptienneTOTLig"/>
                <a:ea typeface="MS PGothic" pitchFamily="34" charset="-128"/>
                <a:cs typeface="URWEgyptienneTOTLig"/>
              </a:defRPr>
            </a:lvl1pPr>
            <a:lvl2pPr marL="4572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6858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9144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1430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Cambria" charset="0"/>
              <a:buChar char="̶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1371600" indent="-228600" algn="l" defTabSz="9144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1200"/>
              </a:spcAft>
              <a:buFont typeface="Futura For Stryker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1200"/>
              </a:spcAft>
              <a:buFont typeface="Cambria" panose="02040503050406030204" pitchFamily="18" charset="0"/>
              <a:buChar char="̶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Futura For Stryker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Futura For Stryker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HumstSlab712 BT"/>
                <a:cs typeface="HumstSlab712 BT"/>
              </a:rPr>
              <a:t>Edit presentation title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433736-9AAC-A31A-6965-87B338027369}"/>
              </a:ext>
            </a:extLst>
          </p:cNvPr>
          <p:cNvSpPr txBox="1">
            <a:spLocks/>
          </p:cNvSpPr>
          <p:nvPr/>
        </p:nvSpPr>
        <p:spPr>
          <a:xfrm>
            <a:off x="9676099" y="6570304"/>
            <a:ext cx="304797" cy="18466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2"/>
                </a:solidFill>
                <a:latin typeface="HumstSlab712 BT"/>
                <a:ea typeface="MS PGothic" charset="0"/>
                <a:cs typeface="HumstSlab712 BT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9pPr>
          </a:lstStyle>
          <a:p>
            <a:pPr algn="r"/>
            <a:fld id="{210D6F30-3479-EB47-B616-273BCC2A68D5}" type="slidenum">
              <a:rPr lang="en-US" sz="1200" smtClean="0"/>
              <a:pPr algn="r"/>
              <a:t>‹#›</a:t>
            </a:fld>
            <a:endParaRPr lang="en-US" sz="120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02785B5-F366-5D14-84D6-F9DA46862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29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356744-C951-E74D-FE32-D23A35E7E68E}"/>
              </a:ext>
            </a:extLst>
          </p:cNvPr>
          <p:cNvSpPr/>
          <p:nvPr/>
        </p:nvSpPr>
        <p:spPr>
          <a:xfrm>
            <a:off x="0" y="6488672"/>
            <a:ext cx="10225024" cy="3693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6709589-5AD3-A2A8-955A-86F0EE238371}"/>
              </a:ext>
            </a:extLst>
          </p:cNvPr>
          <p:cNvSpPr txBox="1">
            <a:spLocks/>
          </p:cNvSpPr>
          <p:nvPr/>
        </p:nvSpPr>
        <p:spPr>
          <a:xfrm>
            <a:off x="9676099" y="6570304"/>
            <a:ext cx="304797" cy="18466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2"/>
                </a:solidFill>
                <a:latin typeface="HumstSlab712 BT"/>
                <a:ea typeface="MS PGothic" charset="0"/>
                <a:cs typeface="HumstSlab712 BT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9pPr>
          </a:lstStyle>
          <a:p>
            <a:pPr algn="r"/>
            <a:fld id="{210D6F30-3479-EB47-B616-273BCC2A68D5}" type="slidenum">
              <a:rPr lang="en-US" sz="1200" smtClean="0"/>
              <a:pPr algn="r"/>
              <a:t>‹#›</a:t>
            </a:fld>
            <a:endParaRPr lang="en-US" sz="1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26073DD-B8B4-4098-DBED-C9B6A8DAEB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1819063"/>
            <a:ext cx="11122756" cy="4427221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099F1E8-E26A-9B70-CF97-97D2270E5BC4}"/>
              </a:ext>
            </a:extLst>
          </p:cNvPr>
          <p:cNvSpPr txBox="1">
            <a:spLocks/>
          </p:cNvSpPr>
          <p:nvPr/>
        </p:nvSpPr>
        <p:spPr>
          <a:xfrm>
            <a:off x="3893312" y="6584405"/>
            <a:ext cx="5892800" cy="146304"/>
          </a:xfrm>
          <a:prstGeom prst="rect">
            <a:avLst/>
          </a:prstGeom>
        </p:spPr>
        <p:txBody>
          <a:bodyPr vert="horz" anchor="ctr"/>
          <a:lstStyle>
            <a:lvl1pPr marL="0" indent="0" algn="r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None/>
              <a:defRPr sz="900" kern="1200">
                <a:solidFill>
                  <a:schemeClr val="tx1"/>
                </a:solidFill>
                <a:latin typeface="URWEgyptienneTOTLig"/>
                <a:ea typeface="MS PGothic" pitchFamily="34" charset="-128"/>
                <a:cs typeface="URWEgyptienneTOTLig"/>
              </a:defRPr>
            </a:lvl1pPr>
            <a:lvl2pPr marL="4572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6858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9144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1430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Cambria" charset="0"/>
              <a:buChar char="̶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1371600" indent="-228600" algn="l" defTabSz="9144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1200"/>
              </a:spcAft>
              <a:buFont typeface="Futura For Stryker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1200"/>
              </a:spcAft>
              <a:buFont typeface="Cambria" panose="02040503050406030204" pitchFamily="18" charset="0"/>
              <a:buChar char="̶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Futura For Stryker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Futura For Stryker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HumstSlab712 BT" panose="02040603040506030204" pitchFamily="18" charset="0"/>
                <a:cs typeface="HumstSlab712 BT"/>
              </a:rPr>
              <a:t>Edit presentation title (PPT desktop app &gt; View &gt; Slide Master)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8C17C65-0345-E4FE-3E33-D2B614C1A0E7}"/>
              </a:ext>
            </a:extLst>
          </p:cNvPr>
          <p:cNvSpPr txBox="1">
            <a:spLocks/>
          </p:cNvSpPr>
          <p:nvPr userDrawn="1"/>
        </p:nvSpPr>
        <p:spPr>
          <a:xfrm>
            <a:off x="9676099" y="6570304"/>
            <a:ext cx="304797" cy="18466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2"/>
                </a:solidFill>
                <a:latin typeface="HumstSlab712 BT"/>
                <a:ea typeface="MS PGothic" charset="0"/>
                <a:cs typeface="HumstSlab712 BT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9pPr>
          </a:lstStyle>
          <a:p>
            <a:pPr algn="r"/>
            <a:fld id="{210D6F30-3479-EB47-B616-273BCC2A68D5}" type="slidenum">
              <a:rPr lang="en-US" sz="1200" smtClean="0"/>
              <a:pPr algn="r"/>
              <a:t>‹#›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4697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ral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E79B99-A6FA-DAED-8DE3-F32D451266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1828800"/>
            <a:ext cx="11159972" cy="438912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10000"/>
              </a:lnSpc>
              <a:spcAft>
                <a:spcPts val="800"/>
              </a:spcAft>
              <a:buFont typeface="Futura For Stryker" panose="020B0604020202020204" pitchFamily="34" charset="0"/>
              <a:buNone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609585" indent="0">
              <a:lnSpc>
                <a:spcPct val="110000"/>
              </a:lnSpc>
              <a:spcAft>
                <a:spcPts val="800"/>
              </a:spcAft>
              <a:buFont typeface="HumstSlab712 BT" panose="02070309020205020404" pitchFamily="49" charset="0"/>
              <a:buNone/>
              <a:tabLst/>
              <a:defRPr sz="2400" b="0" i="0" baseline="0">
                <a:latin typeface="HumstSlab712 BT" panose="02040603040506030204" pitchFamily="18" charset="0"/>
              </a:defRPr>
            </a:lvl2pPr>
            <a:lvl3pPr marL="1219170" indent="0">
              <a:lnSpc>
                <a:spcPct val="110000"/>
              </a:lnSpc>
              <a:spcAft>
                <a:spcPts val="800"/>
              </a:spcAft>
              <a:buFont typeface="Futura For Stryker" panose="020B0604020202020204" pitchFamily="34" charset="0"/>
              <a:buNone/>
              <a:tabLst/>
              <a:defRPr sz="2133" b="0" i="0" baseline="0">
                <a:latin typeface="HumstSlab712 BT" panose="02040603040506030204" pitchFamily="18" charset="0"/>
              </a:defRPr>
            </a:lvl3pPr>
            <a:lvl4pPr marL="1828754" indent="0">
              <a:lnSpc>
                <a:spcPct val="110000"/>
              </a:lnSpc>
              <a:spcAft>
                <a:spcPts val="800"/>
              </a:spcAft>
              <a:buFont typeface="HumstSlab712 BT" panose="02070309020205020404" pitchFamily="49" charset="0"/>
              <a:buNone/>
              <a:tabLst/>
              <a:defRPr sz="2133" b="0" i="0" baseline="0">
                <a:latin typeface="HumstSlab712 BT" panose="02040603040506030204" pitchFamily="18" charset="0"/>
              </a:defRPr>
            </a:lvl4pPr>
            <a:lvl5pPr marL="2438339" indent="0">
              <a:lnSpc>
                <a:spcPct val="110000"/>
              </a:lnSpc>
              <a:spcAft>
                <a:spcPts val="800"/>
              </a:spcAft>
              <a:buFont typeface="Futura For Stryker" panose="020B0604020202020204" pitchFamily="34" charset="0"/>
              <a:buNone/>
              <a:tabLst/>
              <a:defRPr sz="2133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FA0E5D-E636-3BB7-912A-22F90218FE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29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106862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ral paragraph_dim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C05A2B-6580-1658-A0BF-27473121FE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761" y="1647716"/>
            <a:ext cx="11563513" cy="47207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27000">
              <a:schemeClr val="tx1">
                <a:alpha val="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47942C4-6FA6-0F13-3AD6-DA869C512D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1828800"/>
            <a:ext cx="11159972" cy="438912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10000"/>
              </a:lnSpc>
              <a:spcAft>
                <a:spcPts val="800"/>
              </a:spcAft>
              <a:buFont typeface="Futura For Stryker" panose="020B0604020202020204" pitchFamily="34" charset="0"/>
              <a:buNone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609585" indent="0">
              <a:lnSpc>
                <a:spcPct val="110000"/>
              </a:lnSpc>
              <a:spcAft>
                <a:spcPts val="800"/>
              </a:spcAft>
              <a:buFont typeface="HumstSlab712 BT" panose="02070309020205020404" pitchFamily="49" charset="0"/>
              <a:buNone/>
              <a:tabLst/>
              <a:defRPr sz="2400" b="0" i="0" baseline="0">
                <a:latin typeface="HumstSlab712 BT" panose="02040603040506030204" pitchFamily="18" charset="0"/>
              </a:defRPr>
            </a:lvl2pPr>
            <a:lvl3pPr marL="1219170" indent="0">
              <a:lnSpc>
                <a:spcPct val="110000"/>
              </a:lnSpc>
              <a:spcAft>
                <a:spcPts val="800"/>
              </a:spcAft>
              <a:buFont typeface="Futura For Stryker" panose="020B0604020202020204" pitchFamily="34" charset="0"/>
              <a:buNone/>
              <a:tabLst/>
              <a:defRPr sz="2133" b="0" i="0" baseline="0">
                <a:latin typeface="HumstSlab712 BT" panose="02040603040506030204" pitchFamily="18" charset="0"/>
              </a:defRPr>
            </a:lvl3pPr>
            <a:lvl4pPr marL="1828754" indent="0">
              <a:lnSpc>
                <a:spcPct val="110000"/>
              </a:lnSpc>
              <a:spcAft>
                <a:spcPts val="800"/>
              </a:spcAft>
              <a:buFont typeface="HumstSlab712 BT" panose="02070309020205020404" pitchFamily="49" charset="0"/>
              <a:buNone/>
              <a:tabLst/>
              <a:defRPr sz="2133" b="0" i="0" baseline="0">
                <a:latin typeface="HumstSlab712 BT" panose="02040603040506030204" pitchFamily="18" charset="0"/>
              </a:defRPr>
            </a:lvl4pPr>
            <a:lvl5pPr marL="2438339" indent="0">
              <a:lnSpc>
                <a:spcPct val="110000"/>
              </a:lnSpc>
              <a:spcAft>
                <a:spcPts val="800"/>
              </a:spcAft>
              <a:buFont typeface="Futura For Stryker" panose="020B0604020202020204" pitchFamily="34" charset="0"/>
              <a:buNone/>
              <a:tabLst/>
              <a:defRPr sz="2133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7CFF6-91C3-17E5-2134-90FDC35BAD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29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8884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A13221-90BC-E57B-4407-124C43005B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29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A93923-4488-E45A-6C13-1EF599EA7D8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1819063"/>
            <a:ext cx="5445760" cy="4427221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2F8B44-1D62-B179-7051-AFE9F7D8A1A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198022" y="1819063"/>
            <a:ext cx="5445760" cy="4427221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733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bulleted list_dim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1D34C-63CE-E0D5-6B38-DBC8F56DBB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761" y="1647716"/>
            <a:ext cx="11563513" cy="47207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27000">
              <a:schemeClr val="tx1">
                <a:alpha val="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1835C6C-4819-7C7B-327F-5B8B4632ED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29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618A54-3ADB-4824-2DF7-8A3379054A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1819063"/>
            <a:ext cx="5445760" cy="4427221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99F392-5D7C-2B28-2BD4-A6E10D380E1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198022" y="1819063"/>
            <a:ext cx="5445760" cy="4427221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438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bulleted list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33E9511D-E515-B03E-237B-E62AEC5133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8640" y="1817778"/>
            <a:ext cx="5445760" cy="654489"/>
          </a:xfrm>
          <a:prstGeom prst="rect">
            <a:avLst/>
          </a:prstGeom>
        </p:spPr>
        <p:txBody>
          <a:bodyPr vert="horz" lIns="0">
            <a:normAutofit/>
          </a:bodyPr>
          <a:lstStyle>
            <a:lvl1pPr algn="l">
              <a:lnSpc>
                <a:spcPct val="110000"/>
              </a:lnSpc>
              <a:spcAft>
                <a:spcPts val="800"/>
              </a:spcAft>
              <a:defRPr sz="3000" b="0" i="0">
                <a:latin typeface="URWEgyptienneTOTLig" pitchFamily="82" charset="0"/>
                <a:cs typeface="URWEgyptienneTOTLig" pitchFamily="82" charset="0"/>
              </a:defRPr>
            </a:lvl1pPr>
            <a:lvl2pPr marL="304792" indent="0" algn="l">
              <a:lnSpc>
                <a:spcPct val="120000"/>
              </a:lnSpc>
              <a:spcAft>
                <a:spcPts val="800"/>
              </a:spcAft>
              <a:buFont typeface="+mj-lt"/>
              <a:buNone/>
              <a:defRPr sz="2667">
                <a:latin typeface="URWEgyptienneTOTLig"/>
                <a:cs typeface="URWEgyptienneTOTLig"/>
              </a:defRPr>
            </a:lvl2pPr>
            <a:lvl3pPr marL="816844" indent="0" algn="l">
              <a:lnSpc>
                <a:spcPct val="120000"/>
              </a:lnSpc>
              <a:spcAft>
                <a:spcPts val="800"/>
              </a:spcAft>
              <a:buFont typeface="+mj-lt"/>
              <a:buNone/>
              <a:defRPr sz="2133">
                <a:latin typeface="URWEgyptienneTOTLig"/>
                <a:cs typeface="URWEgyptienneTOTLig"/>
              </a:defRPr>
            </a:lvl3pPr>
            <a:lvl4pPr marL="1304511" indent="0" algn="l">
              <a:lnSpc>
                <a:spcPct val="120000"/>
              </a:lnSpc>
              <a:spcAft>
                <a:spcPts val="800"/>
              </a:spcAft>
              <a:buFont typeface="+mj-lt"/>
              <a:buNone/>
              <a:defRPr sz="2133">
                <a:latin typeface="URWEgyptienneTOTLig"/>
                <a:cs typeface="URWEgyptienneTOTLig"/>
              </a:defRPr>
            </a:lvl4pPr>
            <a:lvl5pPr marL="1792179" indent="0" algn="l">
              <a:lnSpc>
                <a:spcPct val="120000"/>
              </a:lnSpc>
              <a:spcAft>
                <a:spcPts val="800"/>
              </a:spcAft>
              <a:buFont typeface="+mj-lt"/>
              <a:buNone/>
              <a:defRPr sz="1867">
                <a:latin typeface="URWEgyptienneTOTLig"/>
                <a:cs typeface="URWEgyptienneTOTLig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E9E4BB5D-77C4-23C6-6E3D-734ED0173C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7600" y="1817778"/>
            <a:ext cx="5445760" cy="654489"/>
          </a:xfrm>
          <a:prstGeom prst="rect">
            <a:avLst/>
          </a:prstGeom>
        </p:spPr>
        <p:txBody>
          <a:bodyPr vert="horz" lIns="0">
            <a:normAutofit/>
          </a:bodyPr>
          <a:lstStyle>
            <a:lvl1pPr algn="l">
              <a:lnSpc>
                <a:spcPct val="110000"/>
              </a:lnSpc>
              <a:spcAft>
                <a:spcPts val="800"/>
              </a:spcAft>
              <a:defRPr sz="3000" b="0" i="0">
                <a:latin typeface="URWEgyptienneTOTLig" pitchFamily="82" charset="0"/>
                <a:cs typeface="URWEgyptienneTOTLig" pitchFamily="82" charset="0"/>
              </a:defRPr>
            </a:lvl1pPr>
            <a:lvl2pPr marL="792460" indent="-487668" algn="l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  <a:defRPr sz="2667">
                <a:latin typeface="URWEgyptienneTOTLig"/>
                <a:cs typeface="URWEgyptienneTOTLig"/>
              </a:defRPr>
            </a:lvl2pPr>
            <a:lvl3pPr marL="1219170" indent="-402326" algn="l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  <a:defRPr sz="2133">
                <a:latin typeface="URWEgyptienneTOTLig"/>
                <a:cs typeface="URWEgyptienneTOTLig"/>
              </a:defRPr>
            </a:lvl3pPr>
            <a:lvl4pPr marL="1706837" indent="-402326" algn="l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  <a:defRPr sz="2133">
                <a:latin typeface="URWEgyptienneTOTLig"/>
                <a:cs typeface="URWEgyptienneTOTLig"/>
              </a:defRPr>
            </a:lvl4pPr>
            <a:lvl5pPr marL="2194505" indent="-402326" algn="l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  <a:defRPr sz="1867">
                <a:latin typeface="URWEgyptienneTOTLig"/>
                <a:cs typeface="URWEgyptienneTOTLig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3621B6-41E5-B192-117E-2F1585EB8A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29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BF2D6-6738-1AD1-957E-6CEC6B91C56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2642329"/>
            <a:ext cx="5445760" cy="3603955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E9B32DA-A385-5435-90C2-61A4C48EAF91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198022" y="2642329"/>
            <a:ext cx="5445760" cy="3603955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16236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bulleted list with heading_dim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CCB008-8670-84CC-4994-42A7D7A5A0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761" y="1647716"/>
            <a:ext cx="11563513" cy="47207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27000">
              <a:schemeClr val="tx1">
                <a:alpha val="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33E9511D-E515-B03E-237B-E62AEC5133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8640" y="1817778"/>
            <a:ext cx="5445760" cy="654489"/>
          </a:xfrm>
          <a:prstGeom prst="rect">
            <a:avLst/>
          </a:prstGeom>
        </p:spPr>
        <p:txBody>
          <a:bodyPr vert="horz" lIns="0">
            <a:normAutofit/>
          </a:bodyPr>
          <a:lstStyle>
            <a:lvl1pPr algn="l">
              <a:lnSpc>
                <a:spcPct val="110000"/>
              </a:lnSpc>
              <a:spcAft>
                <a:spcPts val="800"/>
              </a:spcAft>
              <a:defRPr sz="3000" b="0" i="0">
                <a:latin typeface="URWEgyptienneTOTLig" pitchFamily="82" charset="0"/>
                <a:cs typeface="URWEgyptienneTOTLig" pitchFamily="82" charset="0"/>
              </a:defRPr>
            </a:lvl1pPr>
            <a:lvl2pPr marL="304792" indent="0" algn="l">
              <a:lnSpc>
                <a:spcPct val="120000"/>
              </a:lnSpc>
              <a:spcAft>
                <a:spcPts val="800"/>
              </a:spcAft>
              <a:buFont typeface="+mj-lt"/>
              <a:buNone/>
              <a:defRPr sz="2667">
                <a:latin typeface="URWEgyptienneTOTLig"/>
                <a:cs typeface="URWEgyptienneTOTLig"/>
              </a:defRPr>
            </a:lvl2pPr>
            <a:lvl3pPr marL="816844" indent="0" algn="l">
              <a:lnSpc>
                <a:spcPct val="120000"/>
              </a:lnSpc>
              <a:spcAft>
                <a:spcPts val="800"/>
              </a:spcAft>
              <a:buFont typeface="+mj-lt"/>
              <a:buNone/>
              <a:defRPr sz="2133">
                <a:latin typeface="URWEgyptienneTOTLig"/>
                <a:cs typeface="URWEgyptienneTOTLig"/>
              </a:defRPr>
            </a:lvl3pPr>
            <a:lvl4pPr marL="1304511" indent="0" algn="l">
              <a:lnSpc>
                <a:spcPct val="120000"/>
              </a:lnSpc>
              <a:spcAft>
                <a:spcPts val="800"/>
              </a:spcAft>
              <a:buFont typeface="+mj-lt"/>
              <a:buNone/>
              <a:defRPr sz="2133">
                <a:latin typeface="URWEgyptienneTOTLig"/>
                <a:cs typeface="URWEgyptienneTOTLig"/>
              </a:defRPr>
            </a:lvl4pPr>
            <a:lvl5pPr marL="1792179" indent="0" algn="l">
              <a:lnSpc>
                <a:spcPct val="120000"/>
              </a:lnSpc>
              <a:spcAft>
                <a:spcPts val="800"/>
              </a:spcAft>
              <a:buFont typeface="+mj-lt"/>
              <a:buNone/>
              <a:defRPr sz="1867">
                <a:latin typeface="URWEgyptienneTOTLig"/>
                <a:cs typeface="URWEgyptienneTOTLig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E9E4BB5D-77C4-23C6-6E3D-734ED0173C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7600" y="1817778"/>
            <a:ext cx="5445760" cy="654489"/>
          </a:xfrm>
          <a:prstGeom prst="rect">
            <a:avLst/>
          </a:prstGeom>
        </p:spPr>
        <p:txBody>
          <a:bodyPr vert="horz" lIns="0">
            <a:normAutofit/>
          </a:bodyPr>
          <a:lstStyle>
            <a:lvl1pPr algn="l">
              <a:lnSpc>
                <a:spcPct val="110000"/>
              </a:lnSpc>
              <a:spcAft>
                <a:spcPts val="800"/>
              </a:spcAft>
              <a:defRPr sz="3000" b="0" i="0">
                <a:latin typeface="URWEgyptienneTOTLig" pitchFamily="82" charset="0"/>
                <a:cs typeface="URWEgyptienneTOTLig" pitchFamily="82" charset="0"/>
              </a:defRPr>
            </a:lvl1pPr>
            <a:lvl2pPr marL="792460" indent="-487668" algn="l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  <a:defRPr sz="2667">
                <a:latin typeface="URWEgyptienneTOTLig"/>
                <a:cs typeface="URWEgyptienneTOTLig"/>
              </a:defRPr>
            </a:lvl2pPr>
            <a:lvl3pPr marL="1219170" indent="-402326" algn="l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  <a:defRPr sz="2133">
                <a:latin typeface="URWEgyptienneTOTLig"/>
                <a:cs typeface="URWEgyptienneTOTLig"/>
              </a:defRPr>
            </a:lvl3pPr>
            <a:lvl4pPr marL="1706837" indent="-402326" algn="l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  <a:defRPr sz="2133">
                <a:latin typeface="URWEgyptienneTOTLig"/>
                <a:cs typeface="URWEgyptienneTOTLig"/>
              </a:defRPr>
            </a:lvl4pPr>
            <a:lvl5pPr marL="2194505" indent="-402326" algn="l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  <a:defRPr sz="1867">
                <a:latin typeface="URWEgyptienneTOTLig"/>
                <a:cs typeface="URWEgyptienneTOTLig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0A59938-5279-ACBC-CF5C-7A75F45345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29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A2348C7-2579-8E38-C6CA-AC4C70904B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2642329"/>
            <a:ext cx="5445760" cy="3603955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E181308-A826-8A5F-8D5A-9CB17422DE9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198022" y="2642329"/>
            <a:ext cx="5445760" cy="3603955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55339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line title_dim frame bottom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4F6830E-ED92-B5A9-3DCD-7BC113EF12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65761" y="1647715"/>
            <a:ext cx="11563513" cy="52102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27000">
              <a:schemeClr val="tx1">
                <a:alpha val="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6FEFA38-7A92-637A-8C44-9794A53961E3}"/>
              </a:ext>
            </a:extLst>
          </p:cNvPr>
          <p:cNvSpPr txBox="1">
            <a:spLocks/>
          </p:cNvSpPr>
          <p:nvPr/>
        </p:nvSpPr>
        <p:spPr>
          <a:xfrm>
            <a:off x="11417354" y="6570304"/>
            <a:ext cx="304797" cy="18466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2"/>
                </a:solidFill>
                <a:latin typeface="HumstSlab712 BT"/>
                <a:ea typeface="MS PGothic" charset="0"/>
                <a:cs typeface="HumstSlab712 BT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9pPr>
          </a:lstStyle>
          <a:p>
            <a:pPr algn="r"/>
            <a:fld id="{210D6F30-3479-EB47-B616-273BCC2A68D5}" type="slidenum">
              <a:rPr lang="en-US" sz="1200" smtClean="0"/>
              <a:pPr algn="r"/>
              <a:t>‹#›</a:t>
            </a:fld>
            <a:endParaRPr lang="en-US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9CA85-D3B9-68CF-363D-1ECED3132A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29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10C0B85-344A-F459-E24A-FCFFBEAFCF3F}"/>
              </a:ext>
            </a:extLst>
          </p:cNvPr>
          <p:cNvSpPr txBox="1">
            <a:spLocks/>
          </p:cNvSpPr>
          <p:nvPr/>
        </p:nvSpPr>
        <p:spPr>
          <a:xfrm>
            <a:off x="11417354" y="6570304"/>
            <a:ext cx="304797" cy="18466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2"/>
                </a:solidFill>
                <a:latin typeface="HumstSlab712 BT"/>
                <a:ea typeface="MS PGothic" charset="0"/>
                <a:cs typeface="HumstSlab712 BT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9pPr>
          </a:lstStyle>
          <a:p>
            <a:pPr algn="r"/>
            <a:fld id="{210D6F30-3479-EB47-B616-273BCC2A68D5}" type="slidenum">
              <a:rPr lang="en-US" sz="1200" smtClean="0"/>
              <a:pPr algn="r"/>
              <a:t>‹#›</a:t>
            </a:fld>
            <a:endParaRPr lang="en-US" sz="12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C10C6A-11E3-EF5F-4464-AA2BB67F912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1819063"/>
            <a:ext cx="11122756" cy="4427221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AC1861C-76FA-8227-C57A-2579DBCF41A4}"/>
              </a:ext>
            </a:extLst>
          </p:cNvPr>
          <p:cNvSpPr txBox="1">
            <a:spLocks/>
          </p:cNvSpPr>
          <p:nvPr/>
        </p:nvSpPr>
        <p:spPr>
          <a:xfrm>
            <a:off x="5634567" y="6584405"/>
            <a:ext cx="5892800" cy="146304"/>
          </a:xfrm>
          <a:prstGeom prst="rect">
            <a:avLst/>
          </a:prstGeom>
        </p:spPr>
        <p:txBody>
          <a:bodyPr vert="horz" anchor="ctr"/>
          <a:lstStyle>
            <a:lvl1pPr marL="0" indent="0" algn="r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None/>
              <a:defRPr sz="900" kern="1200">
                <a:solidFill>
                  <a:schemeClr val="tx1"/>
                </a:solidFill>
                <a:latin typeface="URWEgyptienneTOTLig"/>
                <a:ea typeface="MS PGothic" pitchFamily="34" charset="-128"/>
                <a:cs typeface="URWEgyptienneTOTLig"/>
              </a:defRPr>
            </a:lvl1pPr>
            <a:lvl2pPr marL="4572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6858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9144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1430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Cambria" charset="0"/>
              <a:buChar char="̶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1371600" indent="-228600" algn="l" defTabSz="9144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1200"/>
              </a:spcAft>
              <a:buFont typeface="Futura For Stryker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1200"/>
              </a:spcAft>
              <a:buFont typeface="Cambria" panose="02040503050406030204" pitchFamily="18" charset="0"/>
              <a:buChar char="̶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Futura For Stryker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Futura For Stryker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HumstSlab712 BT" panose="02040603040506030204" pitchFamily="18" charset="0"/>
                <a:cs typeface="HumstSlab712 BT"/>
              </a:rPr>
              <a:t>Edit presentation title (PPT desktop app &gt; View &gt; Slide Master)</a:t>
            </a:r>
          </a:p>
        </p:txBody>
      </p:sp>
    </p:spTree>
    <p:extLst>
      <p:ext uri="{BB962C8B-B14F-4D97-AF65-F5344CB8AC3E}">
        <p14:creationId xmlns:p14="http://schemas.microsoft.com/office/powerpoint/2010/main" val="31314531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line title_dim frame bottom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7CE4CE-8441-8A5E-B49C-E07245A22C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761" y="1295085"/>
            <a:ext cx="11563513" cy="556291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27000">
              <a:schemeClr val="tx1">
                <a:alpha val="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DF789A-AF63-7305-7192-80CD9C86D6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30"/>
            <a:ext cx="9144000" cy="646164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 – one line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DF979-EE09-0AED-DAA4-80659FF269F9}"/>
              </a:ext>
            </a:extLst>
          </p:cNvPr>
          <p:cNvSpPr txBox="1">
            <a:spLocks/>
          </p:cNvSpPr>
          <p:nvPr/>
        </p:nvSpPr>
        <p:spPr>
          <a:xfrm>
            <a:off x="11417354" y="6570304"/>
            <a:ext cx="304797" cy="18466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2"/>
                </a:solidFill>
                <a:latin typeface="HumstSlab712 BT"/>
                <a:ea typeface="MS PGothic" charset="0"/>
                <a:cs typeface="HumstSlab712 BT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9pPr>
          </a:lstStyle>
          <a:p>
            <a:pPr algn="r"/>
            <a:fld id="{210D6F30-3479-EB47-B616-273BCC2A68D5}" type="slidenum">
              <a:rPr lang="en-US" sz="1200" smtClean="0"/>
              <a:pPr algn="r"/>
              <a:t>‹#›</a:t>
            </a:fld>
            <a:endParaRPr lang="en-US" sz="1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E3C0D-A69D-AFC0-B8DE-737A0BC59B4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1443789"/>
            <a:ext cx="11122756" cy="4802495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C83D94E6-CEF8-606C-63DB-2CEB6E819262}"/>
              </a:ext>
            </a:extLst>
          </p:cNvPr>
          <p:cNvSpPr txBox="1">
            <a:spLocks/>
          </p:cNvSpPr>
          <p:nvPr/>
        </p:nvSpPr>
        <p:spPr>
          <a:xfrm>
            <a:off x="5634567" y="6584405"/>
            <a:ext cx="5892800" cy="146304"/>
          </a:xfrm>
          <a:prstGeom prst="rect">
            <a:avLst/>
          </a:prstGeom>
        </p:spPr>
        <p:txBody>
          <a:bodyPr vert="horz" anchor="ctr"/>
          <a:lstStyle>
            <a:lvl1pPr marL="0" indent="0" algn="r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None/>
              <a:defRPr sz="900" kern="1200">
                <a:solidFill>
                  <a:schemeClr val="tx1"/>
                </a:solidFill>
                <a:latin typeface="URWEgyptienneTOTLig"/>
                <a:ea typeface="MS PGothic" pitchFamily="34" charset="-128"/>
                <a:cs typeface="URWEgyptienneTOTLig"/>
              </a:defRPr>
            </a:lvl1pPr>
            <a:lvl2pPr marL="4572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6858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9144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Futura For Stryker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143000" indent="-228600" algn="l" rtl="0" eaLnBrk="0" fontAlgn="base" hangingPunct="0">
              <a:lnSpc>
                <a:spcPts val="2100"/>
              </a:lnSpc>
              <a:spcBef>
                <a:spcPct val="0"/>
              </a:spcBef>
              <a:spcAft>
                <a:spcPts val="1200"/>
              </a:spcAft>
              <a:buFont typeface="Cambria" charset="0"/>
              <a:buChar char="̶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1371600" indent="-228600" algn="l" defTabSz="9144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1200"/>
              </a:spcAft>
              <a:buFont typeface="Futura For Stryker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lnSpc>
                <a:spcPts val="2100"/>
              </a:lnSpc>
              <a:spcBef>
                <a:spcPts val="0"/>
              </a:spcBef>
              <a:spcAft>
                <a:spcPts val="1200"/>
              </a:spcAft>
              <a:buFont typeface="Cambria" panose="02040503050406030204" pitchFamily="18" charset="0"/>
              <a:buChar char="̶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Futura For Stryker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Futura For Stryker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HumstSlab712 BT" panose="02040603040506030204" pitchFamily="18" charset="0"/>
                <a:cs typeface="HumstSlab712 BT"/>
              </a:rPr>
              <a:t>Edit presentation title (PPT desktop app &gt; View &gt; Slide Master)</a:t>
            </a:r>
          </a:p>
        </p:txBody>
      </p:sp>
    </p:spTree>
    <p:extLst>
      <p:ext uri="{BB962C8B-B14F-4D97-AF65-F5344CB8AC3E}">
        <p14:creationId xmlns:p14="http://schemas.microsoft.com/office/powerpoint/2010/main" val="13528557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 frame behind 2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B0B58C-CE5A-128A-6AD5-E919125385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761" y="0"/>
            <a:ext cx="9589273" cy="181906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27000">
              <a:schemeClr val="tx1">
                <a:alpha val="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DC654BD-CA47-52A5-4B63-D488EBEACA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29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 – two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6891D-03BD-4B8E-5683-E81E30112BA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1963554"/>
            <a:ext cx="11122756" cy="4282730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39325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m frame behind 1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B19D6F-C6DE-9A12-A14C-1004C9C6FE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761" y="-1"/>
            <a:ext cx="9589273" cy="144183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27000">
              <a:schemeClr val="tx1">
                <a:alpha val="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9817BE-8CB3-3B44-256E-551F02D63B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30"/>
            <a:ext cx="9144000" cy="729671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 – one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5CF7D-45B3-A711-1BB8-45D0A6903CC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218" y="1607419"/>
            <a:ext cx="11122756" cy="4638865"/>
          </a:xfrm>
          <a:prstGeom prst="rect">
            <a:avLst/>
          </a:prstGeom>
        </p:spPr>
        <p:txBody>
          <a:bodyPr lIns="0" rIns="0"/>
          <a:lstStyle>
            <a:lvl1pPr marL="231775" indent="-231775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600" b="0" i="0" baseline="0">
                <a:latin typeface="HumstSlab712 BT" panose="02040603040506030204" pitchFamily="18" charset="0"/>
              </a:defRPr>
            </a:lvl1pPr>
            <a:lvl2pPr marL="860425" indent="-29210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2pPr>
            <a:lvl3pPr marL="1425575" indent="-20796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3pPr>
            <a:lvl4pPr marL="2062163" indent="-234950">
              <a:lnSpc>
                <a:spcPct val="11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/>
              <a:defRPr sz="2200" b="0" i="0" baseline="0">
                <a:latin typeface="HumstSlab712 BT" panose="02040603040506030204" pitchFamily="18" charset="0"/>
              </a:defRPr>
            </a:lvl4pPr>
            <a:lvl5pPr marL="2689225" indent="-252413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2200" b="0" i="0" baseline="0">
                <a:latin typeface="HumstSlab712 BT" panose="02040603040506030204" pitchFamily="18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97408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A294F-0A3C-A8B2-8E06-7234278830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89529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400" b="0" i="0">
                <a:latin typeface="Futura For Stryker" panose="020B0802020204020204" pitchFamily="34" charset="0"/>
                <a:cs typeface="Futura For Stryker" panose="020B0802020204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5285641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060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 txBox="1">
            <a:spLocks/>
          </p:cNvSpPr>
          <p:nvPr/>
        </p:nvSpPr>
        <p:spPr>
          <a:xfrm>
            <a:off x="11417354" y="6570304"/>
            <a:ext cx="304797" cy="18466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2"/>
                </a:solidFill>
                <a:latin typeface="HumstSlab712 BT"/>
                <a:ea typeface="MS PGothic" charset="0"/>
                <a:cs typeface="HumstSlab712 BT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mbria" charset="0"/>
                <a:ea typeface="MS PGothic" charset="0"/>
                <a:cs typeface="MS PGothic" charset="0"/>
              </a:defRPr>
            </a:lvl9pPr>
          </a:lstStyle>
          <a:p>
            <a:pPr algn="r"/>
            <a:fld id="{210D6F30-3479-EB47-B616-273BCC2A68D5}" type="slidenum">
              <a:rPr lang="en-US" sz="1200" smtClean="0">
                <a:latin typeface="HumstSlab712 BT" panose="02040603040506030204" pitchFamily="18" charset="0"/>
              </a:rPr>
              <a:pPr algn="r"/>
              <a:t>‹#›</a:t>
            </a:fld>
            <a:endParaRPr lang="en-US" sz="1200">
              <a:latin typeface="HumstSlab712 BT" panose="020406030405060302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10576560" y="358987"/>
            <a:ext cx="1219200" cy="3087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D1CD6E-570C-6FD0-A824-DC8D74BE82D2}"/>
              </a:ext>
            </a:extLst>
          </p:cNvPr>
          <p:cNvSpPr txBox="1"/>
          <p:nvPr/>
        </p:nvSpPr>
        <p:spPr>
          <a:xfrm>
            <a:off x="548218" y="6565511"/>
            <a:ext cx="6160654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US" sz="900" dirty="0">
                <a:latin typeface="HumstSlab712 BT" panose="02040603040506030204" pitchFamily="18" charset="0"/>
              </a:rPr>
              <a:t>Stryker’s confidential information | Internal use only | Copyright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18460-4664-F0A7-D37D-E4229BB1508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65800" y="6642100"/>
            <a:ext cx="688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DDDEDD">
                    <a:alpha val="50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38976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742" r:id="rId24"/>
  </p:sldLayoutIdLst>
  <p:txStyles>
    <p:titleStyle>
      <a:lvl1pPr algn="l" rtl="0" eaLnBrk="1" fontAlgn="base" hangingPunct="1">
        <a:spcBef>
          <a:spcPct val="0"/>
        </a:spcBef>
        <a:spcAft>
          <a:spcPts val="2667"/>
        </a:spcAft>
        <a:defRPr sz="3333" kern="1200">
          <a:solidFill>
            <a:schemeClr val="tx1"/>
          </a:solidFill>
          <a:latin typeface="+mj-lt"/>
          <a:ea typeface="MS PGothic" pitchFamily="34" charset="-128"/>
          <a:cs typeface="MS PGothic" charset="0"/>
        </a:defRPr>
      </a:lvl1pPr>
      <a:lvl2pPr algn="l" rtl="0" eaLnBrk="1" fontAlgn="base" hangingPunct="1">
        <a:spcBef>
          <a:spcPct val="0"/>
        </a:spcBef>
        <a:spcAft>
          <a:spcPts val="2667"/>
        </a:spcAft>
        <a:defRPr sz="3333">
          <a:solidFill>
            <a:schemeClr val="tx1"/>
          </a:solidFill>
          <a:latin typeface="Futura For Stryker" charset="0"/>
          <a:ea typeface="MS PGothic" pitchFamily="34" charset="-128"/>
          <a:cs typeface="MS PGothic" charset="0"/>
        </a:defRPr>
      </a:lvl2pPr>
      <a:lvl3pPr algn="l" rtl="0" eaLnBrk="1" fontAlgn="base" hangingPunct="1">
        <a:spcBef>
          <a:spcPct val="0"/>
        </a:spcBef>
        <a:spcAft>
          <a:spcPts val="2667"/>
        </a:spcAft>
        <a:defRPr sz="3333">
          <a:solidFill>
            <a:schemeClr val="tx1"/>
          </a:solidFill>
          <a:latin typeface="Futura For Stryker" charset="0"/>
          <a:ea typeface="MS PGothic" pitchFamily="34" charset="-128"/>
          <a:cs typeface="MS PGothic" charset="0"/>
        </a:defRPr>
      </a:lvl3pPr>
      <a:lvl4pPr algn="l" rtl="0" eaLnBrk="1" fontAlgn="base" hangingPunct="1">
        <a:spcBef>
          <a:spcPct val="0"/>
        </a:spcBef>
        <a:spcAft>
          <a:spcPts val="2667"/>
        </a:spcAft>
        <a:defRPr sz="3333">
          <a:solidFill>
            <a:schemeClr val="tx1"/>
          </a:solidFill>
          <a:latin typeface="Futura For Stryker" charset="0"/>
          <a:ea typeface="MS PGothic" pitchFamily="34" charset="-128"/>
          <a:cs typeface="MS PGothic" charset="0"/>
        </a:defRPr>
      </a:lvl4pPr>
      <a:lvl5pPr algn="l" rtl="0" eaLnBrk="1" fontAlgn="base" hangingPunct="1">
        <a:spcBef>
          <a:spcPct val="0"/>
        </a:spcBef>
        <a:spcAft>
          <a:spcPts val="2667"/>
        </a:spcAft>
        <a:defRPr sz="3333">
          <a:solidFill>
            <a:schemeClr val="tx1"/>
          </a:solidFill>
          <a:latin typeface="Futura For Stryker" charset="0"/>
          <a:ea typeface="MS PGothic" pitchFamily="34" charset="-128"/>
          <a:cs typeface="MS PGothic" charset="0"/>
        </a:defRPr>
      </a:lvl5pPr>
      <a:lvl6pPr marL="609585" algn="l" rtl="0" eaLnBrk="1" fontAlgn="base" hangingPunct="1">
        <a:spcBef>
          <a:spcPct val="0"/>
        </a:spcBef>
        <a:spcAft>
          <a:spcPts val="2667"/>
        </a:spcAft>
        <a:defRPr sz="3333">
          <a:solidFill>
            <a:schemeClr val="tx1"/>
          </a:solidFill>
          <a:latin typeface="Futura For Stryker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ts val="2667"/>
        </a:spcAft>
        <a:defRPr sz="3333">
          <a:solidFill>
            <a:schemeClr val="tx1"/>
          </a:solidFill>
          <a:latin typeface="Futura For Stryker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ts val="2667"/>
        </a:spcAft>
        <a:defRPr sz="3333">
          <a:solidFill>
            <a:schemeClr val="tx1"/>
          </a:solidFill>
          <a:latin typeface="Futura For Stryker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ts val="2667"/>
        </a:spcAft>
        <a:defRPr sz="3333">
          <a:solidFill>
            <a:schemeClr val="tx1"/>
          </a:solidFill>
          <a:latin typeface="Futura For Stryker" charset="0"/>
          <a:ea typeface="ＭＳ Ｐゴシック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ct val="0"/>
        </a:spcBef>
        <a:spcAft>
          <a:spcPts val="1600"/>
        </a:spcAft>
        <a:buFont typeface="Futura For Stryker" panose="020B0604020202020204" pitchFamily="34" charset="0"/>
        <a:buNone/>
        <a:defRPr lang="en-US" sz="2133" kern="1200" dirty="0" smtClean="0">
          <a:solidFill>
            <a:schemeClr val="tx1"/>
          </a:solidFill>
          <a:latin typeface="HumstSlab712 BT" panose="02040603040506030204" pitchFamily="18" charset="0"/>
          <a:ea typeface="MS PGothic" pitchFamily="34" charset="-128"/>
          <a:cs typeface="HumstSlab712 BT" panose="02040603040506030204" pitchFamily="18" charset="0"/>
        </a:defRPr>
      </a:lvl1pPr>
      <a:lvl2pPr marL="609585" indent="0" algn="l" rtl="0" eaLnBrk="1" fontAlgn="base" hangingPunct="1">
        <a:lnSpc>
          <a:spcPts val="2800"/>
        </a:lnSpc>
        <a:spcBef>
          <a:spcPct val="0"/>
        </a:spcBef>
        <a:spcAft>
          <a:spcPts val="1600"/>
        </a:spcAft>
        <a:buFont typeface="Futura For Stryker" panose="020B0604020202020204" pitchFamily="34" charset="0"/>
        <a:buNone/>
        <a:defRPr lang="en-US" sz="2133" kern="1200" dirty="0" smtClean="0">
          <a:solidFill>
            <a:schemeClr val="tx1"/>
          </a:solidFill>
          <a:latin typeface="HumstSlab712 BT" panose="02040603040506030204" pitchFamily="18" charset="0"/>
          <a:ea typeface="MS PGothic" pitchFamily="34" charset="-128"/>
          <a:cs typeface="HumstSlab712 BT" panose="02040603040506030204" pitchFamily="18" charset="0"/>
        </a:defRPr>
      </a:lvl2pPr>
      <a:lvl3pPr marL="609585" indent="0" algn="l" rtl="0" eaLnBrk="1" fontAlgn="base" hangingPunct="1">
        <a:lnSpc>
          <a:spcPts val="2800"/>
        </a:lnSpc>
        <a:spcBef>
          <a:spcPct val="0"/>
        </a:spcBef>
        <a:spcAft>
          <a:spcPts val="1600"/>
        </a:spcAft>
        <a:buFont typeface="Futura For Stryker" panose="020B0604020202020204" pitchFamily="34" charset="0"/>
        <a:buNone/>
        <a:defRPr lang="en-US" sz="2133" kern="1200" dirty="0" smtClean="0">
          <a:solidFill>
            <a:schemeClr val="tx1"/>
          </a:solidFill>
          <a:latin typeface="HumstSlab712 BT" panose="02040603040506030204" pitchFamily="18" charset="0"/>
          <a:ea typeface="MS PGothic" pitchFamily="34" charset="-128"/>
          <a:cs typeface="HumstSlab712 BT" panose="02040603040506030204" pitchFamily="18" charset="0"/>
        </a:defRPr>
      </a:lvl3pPr>
      <a:lvl4pPr marL="914377" indent="0" algn="l" rtl="0" eaLnBrk="1" fontAlgn="base" hangingPunct="1">
        <a:lnSpc>
          <a:spcPts val="2800"/>
        </a:lnSpc>
        <a:spcBef>
          <a:spcPct val="0"/>
        </a:spcBef>
        <a:spcAft>
          <a:spcPts val="1600"/>
        </a:spcAft>
        <a:buFont typeface="Futura For Stryker" panose="020B0604020202020204" pitchFamily="34" charset="0"/>
        <a:buNone/>
        <a:defRPr lang="en-US" sz="2133" kern="1200" dirty="0">
          <a:solidFill>
            <a:schemeClr val="tx1"/>
          </a:solidFill>
          <a:latin typeface="HumstSlab712 BT" panose="02040603040506030204" pitchFamily="18" charset="0"/>
          <a:ea typeface="MS PGothic" pitchFamily="34" charset="-128"/>
          <a:cs typeface="HumstSlab712 BT" panose="02040603040506030204" pitchFamily="18" charset="0"/>
        </a:defRPr>
      </a:lvl4pPr>
      <a:lvl5pPr marL="1600160" indent="-380990" algn="l" rtl="0" eaLnBrk="1" fontAlgn="base" hangingPunct="1">
        <a:lnSpc>
          <a:spcPts val="2800"/>
        </a:lnSpc>
        <a:spcBef>
          <a:spcPct val="0"/>
        </a:spcBef>
        <a:spcAft>
          <a:spcPts val="1600"/>
        </a:spcAft>
        <a:buFont typeface="Futura For Stryker" panose="020B0604020202020204" pitchFamily="34" charset="0"/>
        <a:buChar char="•"/>
        <a:defRPr sz="2133" kern="1200">
          <a:solidFill>
            <a:schemeClr val="tx1"/>
          </a:solidFill>
          <a:latin typeface="HumstSlab712 BT" panose="02040603040506030204" pitchFamily="18" charset="0"/>
          <a:ea typeface="MS PGothic" pitchFamily="34" charset="-128"/>
          <a:cs typeface="HumstSlab712 BT" panose="02040603040506030204" pitchFamily="18" charset="0"/>
        </a:defRPr>
      </a:lvl5pPr>
      <a:lvl6pPr marL="1828754" indent="-304792" algn="l" defTabSz="1219170" rtl="0" eaLnBrk="1" latinLnBrk="0" hangingPunct="1">
        <a:lnSpc>
          <a:spcPts val="2800"/>
        </a:lnSpc>
        <a:spcBef>
          <a:spcPts val="0"/>
        </a:spcBef>
        <a:spcAft>
          <a:spcPts val="1600"/>
        </a:spcAft>
        <a:buFont typeface="Futura For Stryker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133547" indent="-304792" algn="l" defTabSz="1219170" rtl="0" eaLnBrk="1" latinLnBrk="0" hangingPunct="1">
        <a:lnSpc>
          <a:spcPts val="2800"/>
        </a:lnSpc>
        <a:spcBef>
          <a:spcPts val="0"/>
        </a:spcBef>
        <a:spcAft>
          <a:spcPts val="1600"/>
        </a:spcAft>
        <a:buFont typeface="Cambria" panose="02040503050406030204" pitchFamily="18" charset="0"/>
        <a:buChar char="̶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Futura For Stryker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Futura For Stryker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tryker-my.sharepoint.com/:x:/r/personal/dmytro_turchak_stryker_com/Documents/Microsoft%20Teams%20Chat%20Files/FirstCall_Prompts.xlsx?d=w42c2fa8ccad84305893a4f8253afacb8&amp;csf=1&amp;web=1&amp;e=VHxOAH" TargetMode="Externa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618423-92CF-43CC-F60E-CA1D3061DA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C0EDC-F732-9274-4B58-A4AD9DD698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FirstCall Agent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30AB1-B61B-B2EE-37C8-D5637BB6A0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4000" dirty="0"/>
              <a:t>Microsoft FDE Program</a:t>
            </a:r>
          </a:p>
        </p:txBody>
      </p:sp>
    </p:spTree>
    <p:extLst>
      <p:ext uri="{BB962C8B-B14F-4D97-AF65-F5344CB8AC3E}">
        <p14:creationId xmlns:p14="http://schemas.microsoft.com/office/powerpoint/2010/main" val="140151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3ADC03D-294C-7E77-179B-A7D2381037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3863684"/>
              </p:ext>
            </p:extLst>
          </p:nvPr>
        </p:nvGraphicFramePr>
        <p:xfrm>
          <a:off x="1125793" y="2131499"/>
          <a:ext cx="9611782" cy="2340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873CB91-63D8-1EF2-9F3B-04A3A121B222}"/>
              </a:ext>
            </a:extLst>
          </p:cNvPr>
          <p:cNvSpPr txBox="1"/>
          <p:nvPr/>
        </p:nvSpPr>
        <p:spPr>
          <a:xfrm>
            <a:off x="1125793" y="4275118"/>
            <a:ext cx="5592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90% </a:t>
            </a:r>
            <a:r>
              <a:rPr lang="en-US" dirty="0"/>
              <a:t>of the phone calls, emails, or texts between CSRs and Sales Reps, are for</a:t>
            </a:r>
            <a:r>
              <a:rPr lang="en-US" sz="1800" dirty="0"/>
              <a:t> Training, Orders, Pricing, Account, Surgery/Surgical case information, Product etc. related to the process above</a:t>
            </a:r>
            <a:r>
              <a:rPr lang="en-US" sz="1800" b="1" dirty="0"/>
              <a:t>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1B2D399-EB5D-802B-D77D-F70CA0E8479F}"/>
              </a:ext>
            </a:extLst>
          </p:cNvPr>
          <p:cNvSpPr txBox="1">
            <a:spLocks/>
          </p:cNvSpPr>
          <p:nvPr/>
        </p:nvSpPr>
        <p:spPr>
          <a:xfrm>
            <a:off x="535940" y="438106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ts val="2667"/>
              </a:spcAft>
              <a:defRPr sz="3400" b="0" i="0" kern="1200">
                <a:solidFill>
                  <a:schemeClr val="tx1"/>
                </a:solidFill>
                <a:latin typeface="Futura For Stryker" panose="020B0802020204020204" pitchFamily="34" charset="0"/>
                <a:ea typeface="MS PGothic" pitchFamily="34" charset="-128"/>
                <a:cs typeface="Futura For Stryker" panose="020B0802020204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MS PGothic" pitchFamily="34" charset="-128"/>
                <a:cs typeface="MS PGothic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MS PGothic" pitchFamily="34" charset="-128"/>
                <a:cs typeface="MS PGothic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MS PGothic" pitchFamily="34" charset="-128"/>
                <a:cs typeface="MS PGothic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MS PGothic" pitchFamily="34" charset="-128"/>
                <a:cs typeface="MS PGothic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ＭＳ Ｐゴシック" charset="0"/>
              </a:defRPr>
            </a:lvl9pPr>
          </a:lstStyle>
          <a:p>
            <a:r>
              <a:rPr lang="en-US" sz="3600" dirty="0">
                <a:latin typeface="Rockwell" panose="02060603020205020403" pitchFamily="18" charset="0"/>
              </a:rPr>
              <a:t>Ortho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CD824D-6503-A2D9-34D2-C262DCFA7E4B}"/>
              </a:ext>
            </a:extLst>
          </p:cNvPr>
          <p:cNvSpPr txBox="1"/>
          <p:nvPr/>
        </p:nvSpPr>
        <p:spPr>
          <a:xfrm>
            <a:off x="718820" y="1309207"/>
            <a:ext cx="107543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marR="0">
              <a:buNone/>
            </a:pPr>
            <a:r>
              <a:rPr lang="en-US" sz="16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current process is that Customer Service and Sales Representative’s have to find all documentation related to Training, Orders, Pricing, Account, Surgery/Surgical case, Product information, etc. by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spending a lot of time searching through various sources/systems, </a:t>
            </a:r>
            <a:r>
              <a:rPr lang="en-US" sz="16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making phone calls or sending emails/texts. Currently it is very labor intensive and time consuming to find this information. </a:t>
            </a:r>
            <a:endParaRPr lang="en-US" sz="24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AF2C2A-490D-A08A-CABC-1A30176F2D2C}"/>
              </a:ext>
            </a:extLst>
          </p:cNvPr>
          <p:cNvSpPr/>
          <p:nvPr/>
        </p:nvSpPr>
        <p:spPr>
          <a:xfrm>
            <a:off x="7200900" y="4343400"/>
            <a:ext cx="3057525" cy="1600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26B2112-EE92-9E2F-464C-7A65E6691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859186"/>
              </p:ext>
            </p:extLst>
          </p:nvPr>
        </p:nvGraphicFramePr>
        <p:xfrm>
          <a:off x="7296724" y="4439876"/>
          <a:ext cx="2857500" cy="140800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347867766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64187291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370217421"/>
                    </a:ext>
                  </a:extLst>
                </a:gridCol>
              </a:tblGrid>
              <a:tr h="455464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Sales Reps</a:t>
                      </a:r>
                    </a:p>
                  </a:txBody>
                  <a:tcPr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CSR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168863"/>
                  </a:ext>
                </a:extLst>
              </a:tr>
              <a:tr h="495336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Joint Replacement</a:t>
                      </a:r>
                    </a:p>
                  </a:txBody>
                  <a:tcPr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1,605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949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Trauma &amp; Extremities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1,766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858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979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E49C64-BCF8-755F-13AA-AB39873297EE}"/>
              </a:ext>
            </a:extLst>
          </p:cNvPr>
          <p:cNvSpPr txBox="1"/>
          <p:nvPr/>
        </p:nvSpPr>
        <p:spPr>
          <a:xfrm>
            <a:off x="945889" y="4165275"/>
            <a:ext cx="9858532" cy="166199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>
                <a:latin typeface="Cambria"/>
                <a:ea typeface="MS PGothic"/>
                <a:cs typeface="Segoe UI"/>
              </a:rPr>
              <a:t>For CSRs, the agent can answer questions related to:</a:t>
            </a:r>
            <a:endParaRPr lang="en-US" sz="1200" dirty="0">
              <a:latin typeface="Cambria"/>
              <a:cs typeface="Segoe UI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latin typeface="Cambria"/>
                <a:ea typeface="MS PGothic"/>
                <a:cs typeface="Segoe UI"/>
              </a:rPr>
              <a:t>SAP knowledge</a:t>
            </a:r>
            <a:endParaRPr lang="en-US" sz="1200" dirty="0">
              <a:latin typeface="Cambria"/>
              <a:cs typeface="Segoe UI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latin typeface="Cambria"/>
                <a:ea typeface="MS PGothic"/>
                <a:cs typeface="Segoe UI"/>
              </a:rPr>
              <a:t>Onboarding and Training</a:t>
            </a:r>
            <a:endParaRPr lang="en-US" sz="1200" dirty="0">
              <a:latin typeface="Cambria"/>
              <a:cs typeface="Segoe UI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latin typeface="Cambria"/>
                <a:ea typeface="MS PGothic"/>
                <a:cs typeface="Segoe UI"/>
              </a:rPr>
              <a:t>Order details</a:t>
            </a:r>
            <a:endParaRPr lang="en-US" sz="1200" dirty="0">
              <a:latin typeface="Cambria"/>
              <a:cs typeface="Segoe UI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latin typeface="Cambria"/>
                <a:ea typeface="MS PGothic"/>
                <a:cs typeface="Segoe UI"/>
              </a:rPr>
              <a:t>Account information</a:t>
            </a:r>
            <a:endParaRPr lang="en-US" sz="1200" dirty="0">
              <a:latin typeface="Cambria"/>
            </a:endParaRPr>
          </a:p>
          <a:p>
            <a:endParaRPr lang="en-US" sz="1200" b="1" dirty="0">
              <a:latin typeface="Cambria"/>
              <a:ea typeface="MS PGothic"/>
              <a:cs typeface="Segoe UI"/>
            </a:endParaRPr>
          </a:p>
          <a:p>
            <a:pPr indent="-457200"/>
            <a:endParaRPr lang="en-US" sz="1200" b="1" dirty="0">
              <a:latin typeface="Cambria"/>
              <a:ea typeface="MS PGothic"/>
              <a:cs typeface="Segoe UI"/>
            </a:endParaRPr>
          </a:p>
          <a:p>
            <a:pPr indent="-457200"/>
            <a:endParaRPr lang="en-US" sz="1200" b="1" dirty="0">
              <a:latin typeface="Cambria"/>
              <a:ea typeface="MS PGothic"/>
              <a:cs typeface="Segoe UI"/>
            </a:endParaRPr>
          </a:p>
          <a:p>
            <a:pPr indent="-457200"/>
            <a:endParaRPr lang="en-US" sz="1200" b="1" dirty="0">
              <a:latin typeface="Cambria"/>
              <a:ea typeface="MS PGothic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334C62-2486-0A17-50A3-CB7D75597D21}"/>
              </a:ext>
            </a:extLst>
          </p:cNvPr>
          <p:cNvSpPr txBox="1"/>
          <p:nvPr/>
        </p:nvSpPr>
        <p:spPr>
          <a:xfrm>
            <a:off x="945889" y="3718999"/>
            <a:ext cx="243406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  <a:latin typeface="+mj-lt"/>
              </a:rPr>
              <a:t>What it 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B59D76-956F-0B84-9E6F-8DEF3411AC2E}"/>
              </a:ext>
            </a:extLst>
          </p:cNvPr>
          <p:cNvSpPr txBox="1"/>
          <p:nvPr/>
        </p:nvSpPr>
        <p:spPr>
          <a:xfrm>
            <a:off x="5579880" y="4050975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ambria"/>
                <a:ea typeface="MS PGothic"/>
                <a:cs typeface="Segoe UI"/>
              </a:rPr>
              <a:t>For Sales Reps, the agent can handle inquiries that would typically go to CSRs, including:</a:t>
            </a:r>
            <a:endParaRPr lang="en-US" sz="1200" dirty="0">
              <a:latin typeface="Cambria"/>
              <a:cs typeface="Segoe UI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latin typeface="Cambria"/>
                <a:ea typeface="MS PGothic"/>
                <a:cs typeface="Segoe UI"/>
              </a:rPr>
              <a:t>Order details</a:t>
            </a:r>
            <a:endParaRPr lang="en-US" sz="1200" dirty="0">
              <a:latin typeface="Cambria"/>
              <a:cs typeface="Segoe UI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latin typeface="Cambria"/>
                <a:ea typeface="MS PGothic"/>
                <a:cs typeface="Segoe UI"/>
              </a:rPr>
              <a:t>Account information</a:t>
            </a:r>
            <a:endParaRPr lang="en-US" sz="1200" dirty="0">
              <a:latin typeface="Cambria"/>
              <a:cs typeface="Segoe UI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latin typeface="Cambria"/>
                <a:ea typeface="MS PGothic"/>
                <a:cs typeface="Segoe UI"/>
              </a:rPr>
              <a:t>Surgery and surgical case details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latin typeface="Cambria"/>
                <a:ea typeface="MS PGothic"/>
                <a:cs typeface="Segoe UI"/>
              </a:rPr>
              <a:t>Pricing</a:t>
            </a:r>
            <a:endParaRPr lang="en-US" sz="1200" dirty="0">
              <a:latin typeface="Cambria"/>
              <a:cs typeface="Segoe UI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latin typeface="Cambria"/>
                <a:ea typeface="MS PGothic"/>
                <a:cs typeface="Segoe UI"/>
              </a:rPr>
              <a:t>Highspot materials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latin typeface="Cambria"/>
                <a:ea typeface="MS PGothic"/>
                <a:cs typeface="Segoe UI"/>
              </a:rPr>
              <a:t>Educational Content </a:t>
            </a:r>
            <a:endParaRPr lang="en-US" sz="1200" dirty="0">
              <a:latin typeface="Cambria"/>
              <a:cs typeface="Segoe U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C780BD-CA0E-C547-3A7C-C095BCD4F5E0}"/>
              </a:ext>
            </a:extLst>
          </p:cNvPr>
          <p:cNvSpPr txBox="1"/>
          <p:nvPr/>
        </p:nvSpPr>
        <p:spPr>
          <a:xfrm>
            <a:off x="775287" y="1305515"/>
            <a:ext cx="9858533" cy="230832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00" b="1" dirty="0">
                <a:latin typeface="Cambria"/>
                <a:ea typeface="Cambria"/>
              </a:rPr>
              <a:t>This FirstCall Agent is designed to provide accurate, timely answers</a:t>
            </a:r>
            <a:r>
              <a:rPr lang="en-US" sz="1400" dirty="0">
                <a:latin typeface="Cambria"/>
                <a:ea typeface="Cambria"/>
              </a:rPr>
              <a:t> to Sales Reps and Customer Service teams. By integrating with key systems and leveraging the existing access controls, the agent provides the </a:t>
            </a:r>
            <a:r>
              <a:rPr lang="en-US" sz="1400" b="1" dirty="0">
                <a:latin typeface="Cambria"/>
                <a:ea typeface="Cambria"/>
              </a:rPr>
              <a:t>most up-to-date and reliable data</a:t>
            </a:r>
            <a:r>
              <a:rPr lang="en-US" sz="1400" dirty="0">
                <a:latin typeface="Cambria"/>
                <a:ea typeface="Cambria"/>
              </a:rPr>
              <a:t> </a:t>
            </a:r>
            <a:r>
              <a:rPr lang="en-US" sz="1400" dirty="0">
                <a:latin typeface="Cambria"/>
                <a:ea typeface="MS PGothic"/>
                <a:cs typeface="Segoe UI"/>
              </a:rPr>
              <a:t>to ensure CSRs and Sales Reps always have the </a:t>
            </a:r>
            <a:r>
              <a:rPr lang="en-US" sz="1400" b="1" dirty="0">
                <a:latin typeface="Cambria"/>
                <a:ea typeface="MS PGothic"/>
                <a:cs typeface="Segoe UI"/>
              </a:rPr>
              <a:t>most current information</a:t>
            </a:r>
            <a:r>
              <a:rPr lang="en-US" sz="1400" dirty="0">
                <a:latin typeface="Cambria"/>
                <a:ea typeface="MS PGothic"/>
                <a:cs typeface="Segoe UI"/>
              </a:rPr>
              <a:t> at their fingertips to avoid errors and inefficiencies. </a:t>
            </a:r>
          </a:p>
          <a:p>
            <a:pPr marL="171450" indent="-171450">
              <a:buFont typeface="Wingdings,Sans-Serif" panose="05000000000000000000" pitchFamily="2" charset="2"/>
              <a:buChar char="ü"/>
            </a:pPr>
            <a:endParaRPr lang="en-US" sz="1200" b="1" dirty="0">
              <a:latin typeface="Cambria"/>
              <a:ea typeface="MS PGothic"/>
              <a:cs typeface="Segoe UI"/>
            </a:endParaRPr>
          </a:p>
          <a:p>
            <a:pPr marL="171450" indent="-171450">
              <a:buFont typeface="Wingdings,Sans-Serif" panose="05000000000000000000" pitchFamily="2" charset="2"/>
              <a:buChar char="ü"/>
            </a:pPr>
            <a:r>
              <a:rPr lang="en-US" sz="1200" b="1" dirty="0">
                <a:latin typeface="Cambria"/>
                <a:ea typeface="MS PGothic"/>
                <a:cs typeface="Segoe UI"/>
              </a:rPr>
              <a:t>Benefits </a:t>
            </a:r>
          </a:p>
          <a:p>
            <a:pPr marL="781035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mbria"/>
                <a:ea typeface="Cambria"/>
              </a:rPr>
              <a:t>Allow existing CS headcount to focus on more complex, business critical activities for JR &amp; TE to continue to grow.</a:t>
            </a:r>
            <a:endParaRPr lang="en-US" sz="1200" dirty="0">
              <a:ea typeface="Cambria"/>
            </a:endParaRPr>
          </a:p>
          <a:p>
            <a:pPr marL="781035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mbria"/>
                <a:ea typeface="Cambria"/>
              </a:rPr>
              <a:t>Drive operational efficiencies.</a:t>
            </a:r>
          </a:p>
          <a:p>
            <a:pPr marL="781035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mbria"/>
                <a:ea typeface="Cambria"/>
              </a:rPr>
              <a:t>Mitigate inefficiencies introduced by SAP.</a:t>
            </a:r>
          </a:p>
          <a:p>
            <a:pPr marL="781035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mbria"/>
                <a:ea typeface="Cambria"/>
              </a:rPr>
              <a:t>Sets foundation for the next iteration of AI Agent use cases.</a:t>
            </a:r>
          </a:p>
          <a:p>
            <a:pPr marL="781035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mbria"/>
                <a:ea typeface="Cambria"/>
              </a:rPr>
              <a:t>Across Ortho, this translates to annual savings of ~14k hours for CSRs (~10 minutes/day/CSR) and ~42k hours for Sales Rep (~3 minutes/day/Rep)</a:t>
            </a:r>
            <a:endParaRPr lang="en-US" sz="1200" dirty="0">
              <a:ea typeface="Cambria"/>
            </a:endParaRPr>
          </a:p>
          <a:p>
            <a:endParaRPr lang="en-US" sz="1200" dirty="0">
              <a:latin typeface="Cambria"/>
              <a:ea typeface="MS PGothic"/>
              <a:cs typeface="Segoe UI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C66CCC3-14B8-31A1-59F5-CF9335C5B8AC}"/>
              </a:ext>
            </a:extLst>
          </p:cNvPr>
          <p:cNvSpPr txBox="1">
            <a:spLocks/>
          </p:cNvSpPr>
          <p:nvPr/>
        </p:nvSpPr>
        <p:spPr>
          <a:xfrm>
            <a:off x="586740" y="396110"/>
            <a:ext cx="9144000" cy="1158187"/>
          </a:xfrm>
          <a:prstGeom prst="rect">
            <a:avLst/>
          </a:prstGeom>
        </p:spPr>
        <p:txBody>
          <a:bodyPr lIns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ts val="2667"/>
              </a:spcAft>
              <a:defRPr sz="3400" b="0" i="0" kern="1200">
                <a:solidFill>
                  <a:schemeClr val="tx1"/>
                </a:solidFill>
                <a:latin typeface="Futura For Stryker" panose="020B0802020204020204" pitchFamily="34" charset="0"/>
                <a:ea typeface="MS PGothic" pitchFamily="34" charset="-128"/>
                <a:cs typeface="Futura For Stryker" panose="020B0802020204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MS PGothic" pitchFamily="34" charset="-128"/>
                <a:cs typeface="MS PGothic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MS PGothic" pitchFamily="34" charset="-128"/>
                <a:cs typeface="MS PGothic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MS PGothic" pitchFamily="34" charset="-128"/>
                <a:cs typeface="MS PGothic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MS PGothic" pitchFamily="34" charset="-128"/>
                <a:cs typeface="MS PGothic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ts val="2667"/>
              </a:spcAft>
              <a:defRPr sz="3333">
                <a:solidFill>
                  <a:schemeClr val="tx1"/>
                </a:solidFill>
                <a:latin typeface="Futura For Stryker" charset="0"/>
                <a:ea typeface="ＭＳ Ｐゴシック" charset="0"/>
              </a:defRPr>
            </a:lvl9pPr>
          </a:lstStyle>
          <a:p>
            <a:r>
              <a:rPr lang="en-US" sz="3600" dirty="0">
                <a:latin typeface="Rockwell" panose="02060603020205020403" pitchFamily="18" charset="0"/>
              </a:rPr>
              <a:t>FirstCall </a:t>
            </a:r>
            <a:r>
              <a:rPr lang="en-US" sz="3600" dirty="0">
                <a:solidFill>
                  <a:schemeClr val="bg2"/>
                </a:solidFill>
              </a:rPr>
              <a:t>Agent</a:t>
            </a:r>
            <a:br>
              <a:rPr lang="en-US" sz="3600" dirty="0">
                <a:solidFill>
                  <a:schemeClr val="bg2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231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705EFD-2116-D1CE-7ABB-1C1C868DD7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Prompts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789E20E-BA85-E687-D62F-66501AD36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065338"/>
            <a:ext cx="330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FirstCall_Prompts.xlsx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4BB5B8-91C7-7E49-3415-6E9BD5267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50" y="1546116"/>
            <a:ext cx="10655300" cy="448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30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5514-88EC-13FF-1F85-ED62CFF1D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E86CA4-A1AF-D5C3-E427-C371C9CABB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79F381-EF16-6D68-4C78-A437DE87E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924513"/>
              </p:ext>
            </p:extLst>
          </p:nvPr>
        </p:nvGraphicFramePr>
        <p:xfrm>
          <a:off x="1012200" y="1208557"/>
          <a:ext cx="10167600" cy="4786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15909">
                  <a:extLst>
                    <a:ext uri="{9D8B030D-6E8A-4147-A177-3AD203B41FA5}">
                      <a16:colId xmlns:a16="http://schemas.microsoft.com/office/drawing/2014/main" val="1746512600"/>
                    </a:ext>
                  </a:extLst>
                </a:gridCol>
                <a:gridCol w="3714444">
                  <a:extLst>
                    <a:ext uri="{9D8B030D-6E8A-4147-A177-3AD203B41FA5}">
                      <a16:colId xmlns:a16="http://schemas.microsoft.com/office/drawing/2014/main" val="1288373249"/>
                    </a:ext>
                  </a:extLst>
                </a:gridCol>
                <a:gridCol w="3437247">
                  <a:extLst>
                    <a:ext uri="{9D8B030D-6E8A-4147-A177-3AD203B41FA5}">
                      <a16:colId xmlns:a16="http://schemas.microsoft.com/office/drawing/2014/main" val="753712117"/>
                    </a:ext>
                  </a:extLst>
                </a:gridCol>
              </a:tblGrid>
              <a:tr h="65864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 Rep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990717"/>
                  </a:ext>
                </a:extLst>
              </a:tr>
              <a:tr h="570828"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/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SharePoint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SharePoint &amp; Highspot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591795"/>
                  </a:ext>
                </a:extLst>
              </a:tr>
              <a:tr h="1009926"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/>
                        <a:t>Orders,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Athena (Azure data lake), Power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Athena (Azure data lake), Power 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55823"/>
                  </a:ext>
                </a:extLst>
              </a:tr>
              <a:tr h="570828"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/>
                        <a:t>Surgical Case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WebOps Read Replica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WebOps Read Replica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056094"/>
                  </a:ext>
                </a:extLst>
              </a:tr>
              <a:tr h="658647"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/>
                        <a:t>Pricing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Model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Model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17265"/>
                  </a:ext>
                </a:extLst>
              </a:tr>
              <a:tr h="658647"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/>
                        <a:t>Territory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Varicent/ Green Box &amp; Athena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Varicent/ Green Box &amp; Athena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661698"/>
                  </a:ext>
                </a:extLst>
              </a:tr>
              <a:tr h="658647"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/>
                        <a:t>Agentic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Jira (support tickets) &amp; Formstack (Registration form)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5110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3700C10-6739-FF35-8772-1CD56AAD4E43}"/>
              </a:ext>
            </a:extLst>
          </p:cNvPr>
          <p:cNvSpPr txBox="1"/>
          <p:nvPr/>
        </p:nvSpPr>
        <p:spPr>
          <a:xfrm>
            <a:off x="5860026" y="61838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*Inherit each integrated system access controls.</a:t>
            </a:r>
          </a:p>
        </p:txBody>
      </p:sp>
    </p:spTree>
    <p:extLst>
      <p:ext uri="{BB962C8B-B14F-4D97-AF65-F5344CB8AC3E}">
        <p14:creationId xmlns:p14="http://schemas.microsoft.com/office/powerpoint/2010/main" val="1342757162"/>
      </p:ext>
    </p:extLst>
  </p:cSld>
  <p:clrMapOvr>
    <a:masterClrMapping/>
  </p:clrMapOvr>
</p:sld>
</file>

<file path=ppt/theme/theme1.xml><?xml version="1.0" encoding="utf-8"?>
<a:theme xmlns:a="http://schemas.openxmlformats.org/drawingml/2006/main" name="1_Stryker_designer fonts_2025">
  <a:themeElements>
    <a:clrScheme name="Stryker Jul 2015">
      <a:dk1>
        <a:sysClr val="windowText" lastClr="000000"/>
      </a:dk1>
      <a:lt1>
        <a:sysClr val="window" lastClr="FFFFFF"/>
      </a:lt1>
      <a:dk2>
        <a:srgbClr val="000000"/>
      </a:dk2>
      <a:lt2>
        <a:srgbClr val="FFB500"/>
      </a:lt2>
      <a:accent1>
        <a:srgbClr val="AF6D04"/>
      </a:accent1>
      <a:accent2>
        <a:srgbClr val="85458A"/>
      </a:accent2>
      <a:accent3>
        <a:srgbClr val="1C5687"/>
      </a:accent3>
      <a:accent4>
        <a:srgbClr val="4C7D7A"/>
      </a:accent4>
      <a:accent5>
        <a:srgbClr val="545857"/>
      </a:accent5>
      <a:accent6>
        <a:srgbClr val="B2B4AE"/>
      </a:accent6>
      <a:hlink>
        <a:srgbClr val="545857"/>
      </a:hlink>
      <a:folHlink>
        <a:srgbClr val="AF6D04"/>
      </a:folHlink>
    </a:clrScheme>
    <a:fontScheme name="Stryker brand fonts">
      <a:majorFont>
        <a:latin typeface="Futura For Stryker"/>
        <a:ea typeface=""/>
        <a:cs typeface=""/>
      </a:majorFont>
      <a:minorFont>
        <a:latin typeface="HumstSlab712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rtlCol="0">
        <a:spAutoFit/>
      </a:bodyPr>
      <a:lstStyle>
        <a:defPPr algn="l">
          <a:defRPr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mpany template_designer fonts.pptx" id="{381518DC-1D61-3A41-88B8-D01ACBBC3051}" vid="{5F43CAA6-2611-1C4A-ACC5-3B8DB22BC5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00F7366DEFAD4F9A3C6E2F6CF8066C" ma:contentTypeVersion="4" ma:contentTypeDescription="Create a new document." ma:contentTypeScope="" ma:versionID="e03562ce3246635d37039ec55539f490">
  <xsd:schema xmlns:xsd="http://www.w3.org/2001/XMLSchema" xmlns:xs="http://www.w3.org/2001/XMLSchema" xmlns:p="http://schemas.microsoft.com/office/2006/metadata/properties" xmlns:ns2="41ed2c07-37a1-4286-b03f-860b988ecd16" targetNamespace="http://schemas.microsoft.com/office/2006/metadata/properties" ma:root="true" ma:fieldsID="b69ca20188bf1bf8ac37994d8744305f" ns2:_="">
    <xsd:import namespace="41ed2c07-37a1-4286-b03f-860b988ecd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d2c07-37a1-4286-b03f-860b988ecd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5765364-4E87-4C74-97E2-273BE12DDE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ed2c07-37a1-4286-b03f-860b988ecd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A422EB-0C2F-4A66-9E02-DA3AEB12F5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537540-AB5E-4948-8E71-0CBE3B1C47FD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3b443ae3-d762-41c9-9881-79f2ea39ec42}" enabled="1" method="Standard" siteId="{4e9dbbfb-394a-4583-8810-53f81f819e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Company template_designer fonts</Template>
  <TotalTime>1714</TotalTime>
  <Words>437</Words>
  <Application>Microsoft Office PowerPoint</Application>
  <PresentationFormat>Widescreen</PresentationFormat>
  <Paragraphs>65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Aptos</vt:lpstr>
      <vt:lpstr>Arial</vt:lpstr>
      <vt:lpstr>Cambria</vt:lpstr>
      <vt:lpstr>Courier New</vt:lpstr>
      <vt:lpstr>Futura For Stryker</vt:lpstr>
      <vt:lpstr>HumstSlab712 BT</vt:lpstr>
      <vt:lpstr>Rockwell</vt:lpstr>
      <vt:lpstr>URWEgyptienneTOTLig</vt:lpstr>
      <vt:lpstr>Wingdings,Sans-Serif</vt:lpstr>
      <vt:lpstr>1_Stryker_designer fonts_2025</vt:lpstr>
      <vt:lpstr>PowerPoint Presentation</vt:lpstr>
      <vt:lpstr>PowerPoint Presentation</vt:lpstr>
      <vt:lpstr>PowerPoint Presentation</vt:lpstr>
      <vt:lpstr>Sample Prompts</vt:lpstr>
      <vt:lpstr>Data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Perez, Dianet</dc:creator>
  <cp:lastModifiedBy>Perez, Dianet</cp:lastModifiedBy>
  <cp:revision>2</cp:revision>
  <dcterms:created xsi:type="dcterms:W3CDTF">2026-01-26T15:13:36Z</dcterms:created>
  <dcterms:modified xsi:type="dcterms:W3CDTF">2026-02-07T03:52:01Z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0x0101009B00F7366DEFAD4F9A3C6E2F6CF8066C</vt:lpwstr>
  </property>
  <property fmtid="{D5CDD505-2E9C-101B-9397-08002B2CF9AE}" pid="3" name="ClassificationContentMarkingFooterLocations">
    <vt:lpwstr>1_Stryker_designer fonts_2025:4</vt:lpwstr>
  </property>
  <property fmtid="{D5CDD505-2E9C-101B-9397-08002B2CF9AE}" pid="4" name="ClassificationContentMarkingFooterText">
    <vt:lpwstr>Confidential</vt:lpwstr>
  </property>
</Properties>
</file>